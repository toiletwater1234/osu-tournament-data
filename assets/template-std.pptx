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3" r:id="rId2"/>
    <p:sldId id="258" r:id="rId3"/>
    <p:sldId id="256" r:id="rId4"/>
    <p:sldId id="287" r:id="rId5"/>
    <p:sldId id="321" r:id="rId6"/>
    <p:sldId id="322" r:id="rId7"/>
    <p:sldId id="323" r:id="rId8"/>
    <p:sldId id="324" r:id="rId9"/>
    <p:sldId id="325" r:id="rId10"/>
    <p:sldId id="326" r:id="rId11"/>
    <p:sldId id="319" r:id="rId12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0F62A8"/>
    <a:srgbClr val="AB1415"/>
    <a:srgbClr val="D9A6BD"/>
    <a:srgbClr val="9933FF"/>
    <a:srgbClr val="660066"/>
    <a:srgbClr val="FF66AB"/>
    <a:srgbClr val="F0CFBD"/>
    <a:srgbClr val="B4454C"/>
    <a:srgbClr val="FBE9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23" autoAdjust="0"/>
    <p:restoredTop sz="94660"/>
  </p:normalViewPr>
  <p:slideViewPr>
    <p:cSldViewPr snapToGrid="0">
      <p:cViewPr varScale="1">
        <p:scale>
          <a:sx n="92" d="100"/>
          <a:sy n="92" d="100"/>
        </p:scale>
        <p:origin x="60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image" Target="../media/image2.png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image" Target="../media/image1.jpeg"/><Relationship Id="rId2" Type="http://schemas.openxmlformats.org/officeDocument/2006/relationships/tags" Target="../tags/tag3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tags" Target="../tags/tag24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image" Target="../media/image3.png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image" Target="../media/image1.jpeg"/><Relationship Id="rId2" Type="http://schemas.openxmlformats.org/officeDocument/2006/relationships/tags" Target="../tags/tag29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5" Type="http://schemas.openxmlformats.org/officeDocument/2006/relationships/tags" Target="../tags/tag4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18" Type="http://schemas.openxmlformats.org/officeDocument/2006/relationships/image" Target="../media/image3.png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image" Target="../media/image1.jpeg"/><Relationship Id="rId2" Type="http://schemas.openxmlformats.org/officeDocument/2006/relationships/tags" Target="../tags/tag44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10" Type="http://schemas.openxmlformats.org/officeDocument/2006/relationships/tags" Target="../tags/tag52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image" Target="../media/image3.png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image" Target="../media/image1.jpeg"/><Relationship Id="rId2" Type="http://schemas.openxmlformats.org/officeDocument/2006/relationships/tags" Target="../tags/tag59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tags" Target="../tags/tag72.xml"/><Relationship Id="rId10" Type="http://schemas.openxmlformats.org/officeDocument/2006/relationships/tags" Target="../tags/tag67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18" Type="http://schemas.openxmlformats.org/officeDocument/2006/relationships/image" Target="../media/image3.png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17" Type="http://schemas.openxmlformats.org/officeDocument/2006/relationships/image" Target="../media/image1.jpeg"/><Relationship Id="rId2" Type="http://schemas.openxmlformats.org/officeDocument/2006/relationships/tags" Target="../tags/tag74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5" Type="http://schemas.openxmlformats.org/officeDocument/2006/relationships/tags" Target="../tags/tag87.xml"/><Relationship Id="rId10" Type="http://schemas.openxmlformats.org/officeDocument/2006/relationships/tags" Target="../tags/tag82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tags" Target="../tags/tag100.xml"/><Relationship Id="rId18" Type="http://schemas.openxmlformats.org/officeDocument/2006/relationships/image" Target="../media/image3.png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tags" Target="../tags/tag99.xml"/><Relationship Id="rId17" Type="http://schemas.openxmlformats.org/officeDocument/2006/relationships/image" Target="../media/image1.jpeg"/><Relationship Id="rId2" Type="http://schemas.openxmlformats.org/officeDocument/2006/relationships/tags" Target="../tags/tag89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tags" Target="../tags/tag98.xml"/><Relationship Id="rId5" Type="http://schemas.openxmlformats.org/officeDocument/2006/relationships/tags" Target="../tags/tag92.xml"/><Relationship Id="rId15" Type="http://schemas.openxmlformats.org/officeDocument/2006/relationships/tags" Target="../tags/tag102.xml"/><Relationship Id="rId10" Type="http://schemas.openxmlformats.org/officeDocument/2006/relationships/tags" Target="../tags/tag97.xml"/><Relationship Id="rId4" Type="http://schemas.openxmlformats.org/officeDocument/2006/relationships/tags" Target="../tags/tag91.xml"/><Relationship Id="rId9" Type="http://schemas.openxmlformats.org/officeDocument/2006/relationships/tags" Target="../tags/tag96.xml"/><Relationship Id="rId14" Type="http://schemas.openxmlformats.org/officeDocument/2006/relationships/tags" Target="../tags/tag10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image" Target="../media/image3.png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image" Target="../media/image1.jpeg"/><Relationship Id="rId2" Type="http://schemas.openxmlformats.org/officeDocument/2006/relationships/tags" Target="../tags/tag104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8F2EC-329F-3B6E-A7DB-D55528BC5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1278854-D6B4-7A1D-B0E8-6BC3B9305195}"/>
              </a:ext>
            </a:extLst>
          </p:cNvPr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F0E273C-B39F-1D7C-98E1-2A51D936D80F}"/>
              </a:ext>
            </a:extLst>
          </p:cNvPr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FB63CF3-D022-1CC0-9B5A-8393C97F7301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>
                <a:alpha val="60000"/>
              </a:srgbClr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2,167,769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3ED74E6-BE26-BBDE-ECC4-C80B087CD80F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2,197,107</a:t>
              </a:r>
            </a:p>
          </p:txBody>
        </p:sp>
      </p:grpSp>
      <p:sp>
        <p:nvSpPr>
          <p:cNvPr id="126" name="文本框 125">
            <a:extLst>
              <a:ext uri="{FF2B5EF4-FFF2-40B4-BE49-F238E27FC236}">
                <a16:creationId xmlns:a16="http://schemas.microsoft.com/office/drawing/2014/main" id="{A28DCC46-C295-C1D9-F3A2-9CB061517079}"/>
              </a:ext>
            </a:extLst>
          </p:cNvPr>
          <p:cNvSpPr txBox="1"/>
          <p:nvPr/>
        </p:nvSpPr>
        <p:spPr>
          <a:xfrm>
            <a:off x="7126421" y="4362559"/>
            <a:ext cx="71846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+29,338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323A88C9-9E6A-31D4-6746-72D371A737A8}"/>
              </a:ext>
            </a:extLst>
          </p:cNvPr>
          <p:cNvGrpSpPr/>
          <p:nvPr/>
        </p:nvGrpSpPr>
        <p:grpSpPr>
          <a:xfrm>
            <a:off x="487946" y="1333254"/>
            <a:ext cx="11267643" cy="996399"/>
            <a:chOff x="487946" y="1333254"/>
            <a:chExt cx="11267643" cy="996399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E6945D6-DB95-5B37-DA23-91D1EF053AE6}"/>
                </a:ext>
              </a:extLst>
            </p:cNvPr>
            <p:cNvSpPr txBox="1"/>
            <p:nvPr/>
          </p:nvSpPr>
          <p:spPr>
            <a:xfrm>
              <a:off x="1667765" y="1744878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671,414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7D044220-3B3A-00C1-3D0A-7E55AD934D06}"/>
                </a:ext>
              </a:extLst>
            </p:cNvPr>
            <p:cNvGrpSpPr/>
            <p:nvPr/>
          </p:nvGrpSpPr>
          <p:grpSpPr>
            <a:xfrm>
              <a:off x="487946" y="1333254"/>
              <a:ext cx="1078926" cy="430887"/>
              <a:chOff x="487946" y="1333254"/>
              <a:chExt cx="1078926" cy="430887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DA24F9E-3F47-4D51-1429-A570B6B54B25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78258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2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Pezz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D930C4C-6AAC-57D1-ADF1-296E10638C1B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</a:p>
            </p:txBody>
          </p: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7B770E22-47CA-01E5-5FA2-1A5CB81A622D}"/>
                </a:ext>
              </a:extLst>
            </p:cNvPr>
            <p:cNvSpPr txBox="1"/>
            <p:nvPr/>
          </p:nvSpPr>
          <p:spPr>
            <a:xfrm>
              <a:off x="10454164" y="1333254"/>
              <a:ext cx="9957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 err="1">
                  <a:solidFill>
                    <a:srgbClr val="FF66AB"/>
                  </a:solidFill>
                  <a:latin typeface="Torus Bold" panose="00000800000000000000" pitchFamily="50" charset="0"/>
                </a:rPr>
                <a:t>milosz</a:t>
              </a:r>
              <a:endParaRPr lang="zh-CN" altLang="en-US" sz="22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1352FEA5-CD1E-3867-06D6-F7F4E689458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12273000-4F53-BFD5-E4F4-9FD6EC2F611C}"/>
                </a:ext>
              </a:extLst>
            </p:cNvPr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827,613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DA1FB9B3-0B7D-719A-14F3-02CB694F0A5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24808" y="1309823"/>
            <a:ext cx="3326434" cy="92400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1C365FD-CB10-D43F-87D8-61A5E25B8739}"/>
              </a:ext>
            </a:extLst>
          </p:cNvPr>
          <p:cNvSpPr txBox="1"/>
          <p:nvPr/>
        </p:nvSpPr>
        <p:spPr>
          <a:xfrm>
            <a:off x="7126421" y="1306362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F7AA101-FC19-565B-A36B-85F0A94BE82A}"/>
              </a:ext>
            </a:extLst>
          </p:cNvPr>
          <p:cNvSpPr txBox="1"/>
          <p:nvPr/>
        </p:nvSpPr>
        <p:spPr>
          <a:xfrm>
            <a:off x="4424807" y="2281500"/>
            <a:ext cx="3326434" cy="815608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Torus Bold" panose="00000800000000000000" pitchFamily="50" charset="0"/>
              </a:rPr>
              <a:t>fhana</a:t>
            </a:r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 - Wonder Stella [Marvel]</a:t>
            </a:r>
          </a:p>
          <a:p>
            <a:pPr algn="r"/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</a:t>
            </a:r>
            <a:r>
              <a:rPr lang="en-US" altLang="zh-CN" sz="1100" dirty="0" err="1">
                <a:solidFill>
                  <a:schemeClr val="bg1"/>
                </a:solidFill>
                <a:latin typeface="Torus Bold" panose="00000800000000000000" pitchFamily="50" charset="0"/>
              </a:rPr>
              <a:t>sukiNathan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5BFCAF8-82CB-3339-B08F-4D1177C84B71}"/>
              </a:ext>
            </a:extLst>
          </p:cNvPr>
          <p:cNvSpPr txBox="1"/>
          <p:nvPr/>
        </p:nvSpPr>
        <p:spPr>
          <a:xfrm>
            <a:off x="4424807" y="3221523"/>
            <a:ext cx="1763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3:22*</a:t>
            </a:r>
          </a:p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9.13*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DB71E95-C0EC-14C9-2540-D12C79E60457}"/>
              </a:ext>
            </a:extLst>
          </p:cNvPr>
          <p:cNvSpPr txBox="1"/>
          <p:nvPr/>
        </p:nvSpPr>
        <p:spPr>
          <a:xfrm>
            <a:off x="6067329" y="3221523"/>
            <a:ext cx="1683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289.5*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BPM</a:t>
            </a:r>
            <a:endParaRPr lang="en-US" altLang="zh-CN" sz="1400" dirty="0">
              <a:solidFill>
                <a:srgbClr val="FFDD55"/>
              </a:solidFill>
              <a:latin typeface="Torus Bold" panose="00000800000000000000" pitchFamily="50" charset="0"/>
            </a:endParaRPr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1,305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46155A1-E3D8-40C6-1ED0-48AD274C69E4}"/>
              </a:ext>
            </a:extLst>
          </p:cNvPr>
          <p:cNvSpPr txBox="1"/>
          <p:nvPr/>
        </p:nvSpPr>
        <p:spPr>
          <a:xfrm>
            <a:off x="4424807" y="3669458"/>
            <a:ext cx="3326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CS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/ AR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10.53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/ OD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10.08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1B5DB91-C9B3-A2F0-C0C0-1B8A30D35665}"/>
              </a:ext>
            </a:extLst>
          </p:cNvPr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68A61FA-4A53-ABC4-2631-E50AD577E838}"/>
              </a:ext>
            </a:extLst>
          </p:cNvPr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0A8018B-938E-EC96-0CE9-247DE9C9288A}"/>
              </a:ext>
            </a:extLst>
          </p:cNvPr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21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6E94496-8565-CB59-6831-D24CE372D6C3}"/>
              </a:ext>
            </a:extLst>
          </p:cNvPr>
          <p:cNvSpPr txBox="1"/>
          <p:nvPr/>
        </p:nvSpPr>
        <p:spPr>
          <a:xfrm>
            <a:off x="3202907" y="5866293"/>
            <a:ext cx="190019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F7B219E-960A-A8CA-FB28-A7DDE2F4D981}"/>
              </a:ext>
            </a:extLst>
          </p:cNvPr>
          <p:cNvSpPr txBox="1"/>
          <p:nvPr/>
        </p:nvSpPr>
        <p:spPr>
          <a:xfrm>
            <a:off x="5174767" y="5868303"/>
            <a:ext cx="604126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3531278-D3C8-90A8-0F1A-8BC4151DE859}"/>
              </a:ext>
            </a:extLst>
          </p:cNvPr>
          <p:cNvSpPr txBox="1"/>
          <p:nvPr/>
        </p:nvSpPr>
        <p:spPr>
          <a:xfrm>
            <a:off x="4498975" y="5464492"/>
            <a:ext cx="604127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NM4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876110E-4B5D-28A1-77FC-F36A43F1B5C3}"/>
              </a:ext>
            </a:extLst>
          </p:cNvPr>
          <p:cNvSpPr txBox="1"/>
          <p:nvPr/>
        </p:nvSpPr>
        <p:spPr>
          <a:xfrm>
            <a:off x="3202906" y="5464492"/>
            <a:ext cx="604127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HD1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253BCAD-154C-9529-56B0-1798B24AD701}"/>
              </a:ext>
            </a:extLst>
          </p:cNvPr>
          <p:cNvSpPr txBox="1"/>
          <p:nvPr/>
        </p:nvSpPr>
        <p:spPr>
          <a:xfrm>
            <a:off x="3516617" y="6272408"/>
            <a:ext cx="604127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HD2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4DC5F940-79B9-67B8-652C-88C320DFD0AA}"/>
              </a:ext>
            </a:extLst>
          </p:cNvPr>
          <p:cNvSpPr txBox="1"/>
          <p:nvPr/>
        </p:nvSpPr>
        <p:spPr>
          <a:xfrm>
            <a:off x="4188837" y="6272408"/>
            <a:ext cx="604126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C48ED90-5855-C07E-061C-66A97D857920}"/>
              </a:ext>
            </a:extLst>
          </p:cNvPr>
          <p:cNvSpPr txBox="1"/>
          <p:nvPr/>
        </p:nvSpPr>
        <p:spPr>
          <a:xfrm>
            <a:off x="156210" y="453050"/>
            <a:ext cx="1569644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United States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F600CC2-988C-79A5-6F73-1629F3BAEE5C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#2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0A0303B-9256-6C50-089E-BE9B9EFE728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C1F4936-B392-D5F8-2EE0-05E820D93F9F}"/>
              </a:ext>
            </a:extLst>
          </p:cNvPr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</a:t>
            </a:r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! World Cup 2025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E4B93C6-2685-5AC2-EBE8-96707E5F2BA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117579" y="463157"/>
            <a:ext cx="891693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Poland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AC6FC25-5776-8EC4-DC0F-DBA68DA0165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A240616-2B98-F04A-9CD7-D92DFCAE9F7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CEF856D-9503-C4B4-A411-F204241644E4}"/>
              </a:ext>
            </a:extLst>
          </p:cNvPr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Grand Finals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8CA45A82-02C5-AB9A-FC23-8527559BE56D}"/>
              </a:ext>
            </a:extLst>
          </p:cNvPr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9F796561-F737-966C-9AC0-BC97D52A93DB}"/>
                </a:ext>
              </a:extLst>
            </p:cNvPr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625A7383-EC72-2F65-5FBD-432E11F94E4C}"/>
                </a:ext>
              </a:extLst>
            </p:cNvPr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5776848C-21F8-2C12-3E51-BA46239B6E03}"/>
                </a:ext>
              </a:extLst>
            </p:cNvPr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B97E1476-998E-9A8F-3084-8407FB47A6E2}"/>
                </a:ext>
              </a:extLst>
            </p:cNvPr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94FF0DB9-C4DA-3572-595E-D823E0FE560E}"/>
                </a:ext>
              </a:extLst>
            </p:cNvPr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697CE939-E5DA-80F4-AC04-072F47495F00}"/>
                </a:ext>
              </a:extLst>
            </p:cNvPr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BBD00AEE-B293-B2DF-5F06-2BE87FE65866}"/>
                </a:ext>
              </a:extLst>
            </p:cNvPr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1054DB0C-AFD2-1655-3455-63BFA3AF0F7D}"/>
              </a:ext>
            </a:extLst>
          </p:cNvPr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DF2165D1-E632-4113-F45A-CBE6D2B13191}"/>
                </a:ext>
              </a:extLst>
            </p:cNvPr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79D454E0-57E5-2089-7C56-DB431CE07CCD}"/>
                </a:ext>
              </a:extLst>
            </p:cNvPr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E5969991-B27E-E2E1-E9B5-30FFA67F67B1}"/>
                </a:ext>
              </a:extLst>
            </p:cNvPr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A6544DC3-1A09-D270-76A6-652A8B855113}"/>
                </a:ext>
              </a:extLst>
            </p:cNvPr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9A786323-620D-A6F6-A2A6-0FEA2AAD0862}"/>
                </a:ext>
              </a:extLst>
            </p:cNvPr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0638AA55-0BCC-1202-5A74-81ABDE24F398}"/>
                </a:ext>
              </a:extLst>
            </p:cNvPr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BB18B7E9-29C3-CC87-DAD3-26890293B5C2}"/>
                </a:ext>
              </a:extLst>
            </p:cNvPr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EF6690AC-1D16-24DF-00FB-C03CA6900D51}"/>
              </a:ext>
            </a:extLst>
          </p:cNvPr>
          <p:cNvSpPr txBox="1"/>
          <p:nvPr/>
        </p:nvSpPr>
        <p:spPr>
          <a:xfrm>
            <a:off x="3740229" y="820420"/>
            <a:ext cx="47115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Bracket Reset | Best of 13 | Sun 14 Dec @20:10(UTC+0)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3E17FE4-C936-90E1-A62A-C155A5A5B90A}"/>
              </a:ext>
            </a:extLst>
          </p:cNvPr>
          <p:cNvSpPr/>
          <p:nvPr/>
        </p:nvSpPr>
        <p:spPr>
          <a:xfrm>
            <a:off x="5173242" y="6206857"/>
            <a:ext cx="604126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490BF45B-2D73-3206-2E94-CE25DE2D6C8B}"/>
              </a:ext>
            </a:extLst>
          </p:cNvPr>
          <p:cNvSpPr txBox="1"/>
          <p:nvPr/>
        </p:nvSpPr>
        <p:spPr>
          <a:xfrm>
            <a:off x="5116072" y="6193471"/>
            <a:ext cx="71846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+29,338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7C9010-FBE0-AF7A-3C76-FC6A51BDC2C6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59" y="1764141"/>
            <a:ext cx="620950" cy="581006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C61BBCC8-44B2-FE0C-5176-C7E6F60B1B03}"/>
              </a:ext>
            </a:extLst>
          </p:cNvPr>
          <p:cNvGrpSpPr/>
          <p:nvPr/>
        </p:nvGrpSpPr>
        <p:grpSpPr>
          <a:xfrm>
            <a:off x="487945" y="2242898"/>
            <a:ext cx="11267643" cy="996399"/>
            <a:chOff x="487946" y="1333254"/>
            <a:chExt cx="11267643" cy="996399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7AF06F66-1A0A-187F-A2B2-42A9D27FD4D3}"/>
                </a:ext>
              </a:extLst>
            </p:cNvPr>
            <p:cNvSpPr txBox="1"/>
            <p:nvPr/>
          </p:nvSpPr>
          <p:spPr>
            <a:xfrm>
              <a:off x="1667765" y="1744878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580,827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F4DF9445-5AD8-C8BA-D000-DDA64412BDFB}"/>
                </a:ext>
              </a:extLst>
            </p:cNvPr>
            <p:cNvGrpSpPr/>
            <p:nvPr/>
          </p:nvGrpSpPr>
          <p:grpSpPr>
            <a:xfrm>
              <a:off x="487946" y="1333254"/>
              <a:ext cx="1582268" cy="430887"/>
              <a:chOff x="487946" y="1333254"/>
              <a:chExt cx="1582268" cy="430887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48C6E27-D87F-39FF-4183-40FDC9521499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28592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2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decaten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0DF0EDE-A617-31F0-3A2A-BDE562AFFE30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01AD910-1FEA-2E7D-B914-D41AEF9A4A9F}"/>
                </a:ext>
              </a:extLst>
            </p:cNvPr>
            <p:cNvSpPr txBox="1"/>
            <p:nvPr/>
          </p:nvSpPr>
          <p:spPr>
            <a:xfrm>
              <a:off x="10298673" y="1333254"/>
              <a:ext cx="115127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 err="1">
                  <a:solidFill>
                    <a:srgbClr val="FF66AB"/>
                  </a:solidFill>
                  <a:latin typeface="Torus Bold" panose="00000800000000000000" pitchFamily="50" charset="0"/>
                </a:rPr>
                <a:t>gnahus</a:t>
              </a:r>
              <a:endParaRPr lang="zh-CN" altLang="en-US" sz="22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3C48D306-8BCD-416C-EBEE-08A5589000FC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31DEFD0-030C-B899-CDB2-7ACFB38AC45A}"/>
                </a:ext>
              </a:extLst>
            </p:cNvPr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532,679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8F19AB2A-C922-5C4B-79B4-6F61E0CD6E1F}"/>
              </a:ext>
            </a:extLst>
          </p:cNvPr>
          <p:cNvGrpSpPr/>
          <p:nvPr/>
        </p:nvGrpSpPr>
        <p:grpSpPr>
          <a:xfrm>
            <a:off x="487942" y="3130310"/>
            <a:ext cx="11267643" cy="996399"/>
            <a:chOff x="487946" y="1333254"/>
            <a:chExt cx="11267643" cy="996399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CC7559E2-031D-7D50-D6B5-0C1DFDD8351E}"/>
                </a:ext>
              </a:extLst>
            </p:cNvPr>
            <p:cNvSpPr txBox="1"/>
            <p:nvPr/>
          </p:nvSpPr>
          <p:spPr>
            <a:xfrm>
              <a:off x="1667765" y="1744878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462,813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0C1AD014-E176-71C9-8DCA-5278E1D75D6F}"/>
                </a:ext>
              </a:extLst>
            </p:cNvPr>
            <p:cNvGrpSpPr/>
            <p:nvPr/>
          </p:nvGrpSpPr>
          <p:grpSpPr>
            <a:xfrm>
              <a:off x="487946" y="1333254"/>
              <a:ext cx="2023094" cy="430887"/>
              <a:chOff x="487946" y="1333254"/>
              <a:chExt cx="2023094" cy="430887"/>
            </a:xfrm>
          </p:grpSpPr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A4A8EC3E-9285-728E-80DF-EF9D3DB064A4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72675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2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WindowLife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5DF8C942-3364-1376-B72E-A14720479996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</a:p>
            </p:txBody>
          </p:sp>
        </p:grp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A6E27F2B-F400-9B3B-9C81-A7759AE257B4}"/>
                </a:ext>
              </a:extLst>
            </p:cNvPr>
            <p:cNvSpPr txBox="1"/>
            <p:nvPr/>
          </p:nvSpPr>
          <p:spPr>
            <a:xfrm>
              <a:off x="9509995" y="1333254"/>
              <a:ext cx="193995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MALISZEWSKI</a:t>
              </a:r>
              <a:endParaRPr lang="zh-CN" altLang="en-US" sz="22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6F3105A9-695D-46B7-8195-97635C18892A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3</a:t>
              </a: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C1D52ED2-DB6D-9B3C-B21E-DD9E23EDC538}"/>
                </a:ext>
              </a:extLst>
            </p:cNvPr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529,555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758D340-0D89-A9DE-AC27-8226360C2258}"/>
              </a:ext>
            </a:extLst>
          </p:cNvPr>
          <p:cNvGrpSpPr/>
          <p:nvPr/>
        </p:nvGrpSpPr>
        <p:grpSpPr>
          <a:xfrm>
            <a:off x="489522" y="4016143"/>
            <a:ext cx="11267643" cy="996399"/>
            <a:chOff x="487946" y="1333254"/>
            <a:chExt cx="11267643" cy="996399"/>
          </a:xfrm>
        </p:grpSpPr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7D0D7079-9A74-0373-816F-A74437110AF9}"/>
                </a:ext>
              </a:extLst>
            </p:cNvPr>
            <p:cNvSpPr txBox="1"/>
            <p:nvPr/>
          </p:nvSpPr>
          <p:spPr>
            <a:xfrm>
              <a:off x="1667765" y="1744878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452,715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85665B06-580C-4BD4-2FF2-625A646DC174}"/>
                </a:ext>
              </a:extLst>
            </p:cNvPr>
            <p:cNvGrpSpPr/>
            <p:nvPr/>
          </p:nvGrpSpPr>
          <p:grpSpPr>
            <a:xfrm>
              <a:off x="487946" y="1333254"/>
              <a:ext cx="1420365" cy="430887"/>
              <a:chOff x="487946" y="1333254"/>
              <a:chExt cx="1420365" cy="430887"/>
            </a:xfrm>
          </p:grpSpPr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AAE300D4-4BED-20B1-9B9A-E942AB25839A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124026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2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tekkito</a:t>
                </a:r>
                <a:endParaRPr lang="zh-CN" altLang="en-US" sz="22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101D6FC8-B0A6-B08F-6593-695467336C54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5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4</a:t>
                </a:r>
              </a:p>
            </p:txBody>
          </p:sp>
        </p:grp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14E3E8CD-392F-73E3-C276-6A9EF66A7FD5}"/>
                </a:ext>
              </a:extLst>
            </p:cNvPr>
            <p:cNvSpPr txBox="1"/>
            <p:nvPr/>
          </p:nvSpPr>
          <p:spPr>
            <a:xfrm>
              <a:off x="10587214" y="1333254"/>
              <a:ext cx="86273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Rafis</a:t>
              </a:r>
              <a:endParaRPr lang="zh-CN" altLang="en-US" sz="22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6F61EE68-3AB0-F901-E113-119DD2D5311B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5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4</a:t>
              </a:r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89826914-BBDF-E809-CB8C-D12A3E203721}"/>
                </a:ext>
              </a:extLst>
            </p:cNvPr>
            <p:cNvSpPr txBox="1"/>
            <p:nvPr/>
          </p:nvSpPr>
          <p:spPr>
            <a:xfrm>
              <a:off x="8130009" y="1736471"/>
              <a:ext cx="240429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32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307,260</a:t>
              </a:r>
              <a:endParaRPr lang="en-US" altLang="zh-CN" sz="24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pic>
        <p:nvPicPr>
          <p:cNvPr id="93" name="图片 92">
            <a:extLst>
              <a:ext uri="{FF2B5EF4-FFF2-40B4-BE49-F238E27FC236}">
                <a16:creationId xmlns:a16="http://schemas.microsoft.com/office/drawing/2014/main" id="{A371E532-8369-28A2-4091-AC9A78EC4C2B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59" y="2660251"/>
            <a:ext cx="620950" cy="581006"/>
          </a:xfrm>
          <a:prstGeom prst="rect">
            <a:avLst/>
          </a:prstGeom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A0890D7F-C014-ED2A-1634-EB76B4266774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59" y="3554385"/>
            <a:ext cx="620950" cy="581006"/>
          </a:xfrm>
          <a:prstGeom prst="rect">
            <a:avLst/>
          </a:prstGeom>
        </p:spPr>
      </p:pic>
      <p:pic>
        <p:nvPicPr>
          <p:cNvPr id="95" name="图片 94">
            <a:extLst>
              <a:ext uri="{FF2B5EF4-FFF2-40B4-BE49-F238E27FC236}">
                <a16:creationId xmlns:a16="http://schemas.microsoft.com/office/drawing/2014/main" id="{5ED12E46-90CA-B607-CB51-AFC083471E7D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59" y="4450495"/>
            <a:ext cx="620950" cy="581006"/>
          </a:xfrm>
          <a:prstGeom prst="rect">
            <a:avLst/>
          </a:prstGeom>
        </p:spPr>
      </p:pic>
      <p:pic>
        <p:nvPicPr>
          <p:cNvPr id="101" name="图片 100">
            <a:extLst>
              <a:ext uri="{FF2B5EF4-FFF2-40B4-BE49-F238E27FC236}">
                <a16:creationId xmlns:a16="http://schemas.microsoft.com/office/drawing/2014/main" id="{BFD62E9B-2882-4303-0621-287A98A02043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229" y="1764141"/>
            <a:ext cx="620950" cy="581006"/>
          </a:xfrm>
          <a:prstGeom prst="rect">
            <a:avLst/>
          </a:prstGeom>
        </p:spPr>
      </p:pic>
      <p:pic>
        <p:nvPicPr>
          <p:cNvPr id="102" name="图片 101">
            <a:extLst>
              <a:ext uri="{FF2B5EF4-FFF2-40B4-BE49-F238E27FC236}">
                <a16:creationId xmlns:a16="http://schemas.microsoft.com/office/drawing/2014/main" id="{F8BB9F0C-4419-01A9-5510-488CC69CF496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229" y="2660251"/>
            <a:ext cx="620950" cy="581006"/>
          </a:xfrm>
          <a:prstGeom prst="rect">
            <a:avLst/>
          </a:prstGeom>
        </p:spPr>
      </p:pic>
      <p:pic>
        <p:nvPicPr>
          <p:cNvPr id="103" name="图片 102">
            <a:extLst>
              <a:ext uri="{FF2B5EF4-FFF2-40B4-BE49-F238E27FC236}">
                <a16:creationId xmlns:a16="http://schemas.microsoft.com/office/drawing/2014/main" id="{1770C0F7-AC1A-E7F7-FA69-8FEBB4484343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229" y="3554385"/>
            <a:ext cx="620950" cy="581006"/>
          </a:xfrm>
          <a:prstGeom prst="rect">
            <a:avLst/>
          </a:prstGeom>
        </p:spPr>
      </p:pic>
      <p:pic>
        <p:nvPicPr>
          <p:cNvPr id="104" name="图片 103">
            <a:extLst>
              <a:ext uri="{FF2B5EF4-FFF2-40B4-BE49-F238E27FC236}">
                <a16:creationId xmlns:a16="http://schemas.microsoft.com/office/drawing/2014/main" id="{16CAF231-253C-CA01-A0E9-9E95D4FB62ED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229" y="4450495"/>
            <a:ext cx="620950" cy="58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545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1307465" y="3331210"/>
            <a:ext cx="3510280" cy="1725930"/>
            <a:chOff x="3859" y="5376"/>
            <a:chExt cx="5528" cy="2718"/>
          </a:xfrm>
        </p:grpSpPr>
        <p:sp>
          <p:nvSpPr>
            <p:cNvPr id="5" name="文本框 4"/>
            <p:cNvSpPr txBox="1"/>
            <p:nvPr/>
          </p:nvSpPr>
          <p:spPr>
            <a:xfrm>
              <a:off x="3859" y="6153"/>
              <a:ext cx="5528" cy="101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4000" dirty="0">
                  <a:ln w="15875">
                    <a:solidFill>
                      <a:schemeClr val="tx1"/>
                    </a:solidFill>
                  </a:ln>
                  <a:effectLst>
                    <a:glow>
                      <a:srgbClr val="38373C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United States</a:t>
              </a:r>
            </a:p>
          </p:txBody>
        </p:sp>
        <p:sp>
          <p:nvSpPr>
            <p:cNvPr id="6" name="文本框 5"/>
            <p:cNvSpPr txBox="1"/>
            <p:nvPr>
              <p:custDataLst>
                <p:tags r:id="rId4"/>
              </p:custDataLst>
            </p:nvPr>
          </p:nvSpPr>
          <p:spPr>
            <a:xfrm>
              <a:off x="3859" y="7361"/>
              <a:ext cx="1340" cy="7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b" anchorCtr="0">
              <a:noAutofit/>
            </a:bodyPr>
            <a:lstStyle/>
            <a:p>
              <a:pPr algn="l"/>
              <a:r>
                <a:rPr lang="en-US" altLang="zh-CN" sz="2800" dirty="0">
                  <a:ln w="12700">
                    <a:solidFill>
                      <a:schemeClr val="tx1"/>
                    </a:solidFill>
                  </a:ln>
                  <a:effectLst>
                    <a:glow>
                      <a:srgbClr val="38373C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#2</a:t>
              </a:r>
            </a:p>
          </p:txBody>
        </p:sp>
        <p:sp>
          <p:nvSpPr>
            <p:cNvPr id="8" name="文本框 7"/>
            <p:cNvSpPr txBox="1"/>
            <p:nvPr>
              <p:custDataLst>
                <p:tags r:id="rId5"/>
              </p:custDataLst>
            </p:nvPr>
          </p:nvSpPr>
          <p:spPr>
            <a:xfrm>
              <a:off x="3859" y="5376"/>
              <a:ext cx="2448" cy="649"/>
            </a:xfrm>
            <a:prstGeom prst="rect">
              <a:avLst/>
            </a:prstGeom>
            <a:solidFill>
              <a:srgbClr val="AB1415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3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TEAM RED </a:t>
              </a: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450340" y="1160780"/>
            <a:ext cx="92913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 err="1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</a:t>
            </a:r>
            <a:r>
              <a:rPr lang="en-US" altLang="zh-CN" sz="40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! World Cup 2025</a:t>
            </a:r>
            <a:endParaRPr lang="en-US" altLang="zh-CN" sz="5400" dirty="0">
              <a:solidFill>
                <a:schemeClr val="bg1"/>
              </a:solidFill>
              <a:latin typeface="Torus Bold" panose="00000800000000000000" charset="0"/>
              <a:cs typeface="Torus Bold" panose="00000800000000000000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228080" y="3331845"/>
            <a:ext cx="1952625" cy="1725930"/>
            <a:chOff x="3859" y="5376"/>
            <a:chExt cx="3075" cy="2718"/>
          </a:xfrm>
        </p:grpSpPr>
        <p:sp>
          <p:nvSpPr>
            <p:cNvPr id="12" name="文本框 11"/>
            <p:cNvSpPr txBox="1"/>
            <p:nvPr>
              <p:custDataLst>
                <p:tags r:id="rId1"/>
              </p:custDataLst>
            </p:nvPr>
          </p:nvSpPr>
          <p:spPr>
            <a:xfrm>
              <a:off x="3859" y="6153"/>
              <a:ext cx="3075" cy="101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4000" dirty="0">
                  <a:ln w="15875">
                    <a:solidFill>
                      <a:schemeClr val="tx1"/>
                    </a:solidFill>
                  </a:ln>
                  <a:effectLst>
                    <a:glow>
                      <a:srgbClr val="38373C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Poland</a:t>
              </a:r>
            </a:p>
          </p:txBody>
        </p:sp>
        <p:sp>
          <p:nvSpPr>
            <p:cNvPr id="13" name="文本框 12"/>
            <p:cNvSpPr txBox="1"/>
            <p:nvPr>
              <p:custDataLst>
                <p:tags r:id="rId2"/>
              </p:custDataLst>
            </p:nvPr>
          </p:nvSpPr>
          <p:spPr>
            <a:xfrm>
              <a:off x="3859" y="7361"/>
              <a:ext cx="1340" cy="73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b" anchorCtr="0">
              <a:noAutofit/>
            </a:bodyPr>
            <a:lstStyle/>
            <a:p>
              <a:pPr algn="l"/>
              <a:r>
                <a:rPr lang="en-US" altLang="zh-CN" sz="2800" dirty="0">
                  <a:ln w="12700">
                    <a:solidFill>
                      <a:schemeClr val="tx1"/>
                    </a:solidFill>
                  </a:ln>
                  <a:effectLst>
                    <a:glow>
                      <a:srgbClr val="38373C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#1</a:t>
              </a: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3859" y="5376"/>
              <a:ext cx="2632" cy="649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3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TEAM BLUE 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3721510" y="1804035"/>
            <a:ext cx="4748980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  <a:sym typeface="+mn-ea"/>
              </a:rPr>
              <a:t>Grand Finals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6FC5C8-C758-2D06-42DF-603F2D8E931A}"/>
              </a:ext>
            </a:extLst>
          </p:cNvPr>
          <p:cNvSpPr txBox="1"/>
          <p:nvPr/>
        </p:nvSpPr>
        <p:spPr>
          <a:xfrm>
            <a:off x="3061360" y="5697220"/>
            <a:ext cx="6069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Torus" panose="00000500000000000000" pitchFamily="50" charset="0"/>
              </a:rPr>
              <a:t>Bracket Reset | Best of 13 | Sun 14 Dec @20:10(UTC+0)</a:t>
            </a:r>
            <a:endParaRPr lang="zh-CN" altLang="en-US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BD308-36A6-C09F-14C7-8BDEDA64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A024FE61-989E-B56B-A475-5593023745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4808" y="2012283"/>
            <a:ext cx="3326434" cy="924009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B06835C-DCE7-5082-A4D9-DF8892B99D9E}"/>
              </a:ext>
            </a:extLst>
          </p:cNvPr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6044F6-4A15-F253-EFC4-6F5599B362D4}"/>
              </a:ext>
            </a:extLst>
          </p:cNvPr>
          <p:cNvSpPr txBox="1"/>
          <p:nvPr/>
        </p:nvSpPr>
        <p:spPr>
          <a:xfrm>
            <a:off x="156210" y="453050"/>
            <a:ext cx="1569644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United States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019346-B5F8-78BE-E72C-254833BAACF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#2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24CF989-7F6A-9EA4-EC76-D6BA2CA09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1A0BC8-36F7-C2A1-A800-3B9EFC970D18}"/>
              </a:ext>
            </a:extLst>
          </p:cNvPr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</a:t>
            </a:r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! World Cup 2025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7BBA85A-D930-D6FD-AE8E-987504C40C7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117579" y="463157"/>
            <a:ext cx="891693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Poland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F6F58DB-D94C-0541-8628-968472927BA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183E73B-30AB-25E9-D37F-506F1686B5B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4C1C8E-B473-C325-C241-A619B7537B92}"/>
              </a:ext>
            </a:extLst>
          </p:cNvPr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Grand Finals</a:t>
            </a:r>
          </a:p>
        </p:txBody>
      </p: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EAA40851-8A48-7D48-002C-F5E5FB77EB69}"/>
              </a:ext>
            </a:extLst>
          </p:cNvPr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14D1E27C-B902-2799-AA01-DF898F89E92B}"/>
                </a:ext>
              </a:extLst>
            </p:cNvPr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8AC6536D-EC15-AA6D-C4E0-D56500C2467C}"/>
                </a:ext>
              </a:extLst>
            </p:cNvPr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A37C6554-3474-8B93-3EA0-D12A4F4100EE}"/>
                </a:ext>
              </a:extLst>
            </p:cNvPr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E35DFF43-3EC5-3931-5A1F-96DCF5849A98}"/>
                </a:ext>
              </a:extLst>
            </p:cNvPr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1C56E6B8-1FF5-59BA-A51F-0D32ECF5CC3C}"/>
                </a:ext>
              </a:extLst>
            </p:cNvPr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E5C1A422-E56E-20E2-33CF-DC0820E6D0E5}"/>
                </a:ext>
              </a:extLst>
            </p:cNvPr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0F4C9C44-9001-A17C-4642-4B5F6AF4E202}"/>
                </a:ext>
              </a:extLst>
            </p:cNvPr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A17C71C0-1CFA-5D3F-DF07-83985E940F6E}"/>
              </a:ext>
            </a:extLst>
          </p:cNvPr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DB32C709-800F-B810-A5E4-2545FF170401}"/>
                </a:ext>
              </a:extLst>
            </p:cNvPr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E12EE713-F2D4-46E4-280D-700806983C8A}"/>
                </a:ext>
              </a:extLst>
            </p:cNvPr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87AA9449-E18D-3BEC-F5B6-12E9934E3D53}"/>
                </a:ext>
              </a:extLst>
            </p:cNvPr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C12405B4-DA6A-6A27-C430-87480AB4A92A}"/>
                </a:ext>
              </a:extLst>
            </p:cNvPr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D5C05366-9219-2373-7421-BC77336207B7}"/>
                </a:ext>
              </a:extLst>
            </p:cNvPr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90C5DC8A-F5AC-7162-C6C4-17C6934727A0}"/>
                </a:ext>
              </a:extLst>
            </p:cNvPr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933D2B75-E3F8-C048-6BE0-562FD014AC14}"/>
                </a:ext>
              </a:extLst>
            </p:cNvPr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5" name="文本框 114">
            <a:extLst>
              <a:ext uri="{FF2B5EF4-FFF2-40B4-BE49-F238E27FC236}">
                <a16:creationId xmlns:a16="http://schemas.microsoft.com/office/drawing/2014/main" id="{CE31A288-F3F7-D08F-CD4D-33B2FCCDEFA2}"/>
              </a:ext>
            </a:extLst>
          </p:cNvPr>
          <p:cNvSpPr txBox="1"/>
          <p:nvPr/>
        </p:nvSpPr>
        <p:spPr>
          <a:xfrm>
            <a:off x="3740229" y="820420"/>
            <a:ext cx="47115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Bracket Reset | Best of 13 | Sun 14 Dec @20:10(UTC+0)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D64AD16A-0BEE-F2C0-06C1-706303E7DDC7}"/>
              </a:ext>
            </a:extLst>
          </p:cNvPr>
          <p:cNvSpPr txBox="1"/>
          <p:nvPr/>
        </p:nvSpPr>
        <p:spPr>
          <a:xfrm>
            <a:off x="7126421" y="2008822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A6AD688B-8CCE-FA21-927B-079B084318FD}"/>
              </a:ext>
            </a:extLst>
          </p:cNvPr>
          <p:cNvSpPr txBox="1"/>
          <p:nvPr/>
        </p:nvSpPr>
        <p:spPr>
          <a:xfrm>
            <a:off x="4424807" y="2983960"/>
            <a:ext cx="3326434" cy="815608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Torus Bold" panose="00000800000000000000" pitchFamily="50" charset="0"/>
              </a:rPr>
              <a:t>fhana</a:t>
            </a:r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 - Wonder Stella [Marvel]</a:t>
            </a:r>
          </a:p>
          <a:p>
            <a:pPr algn="r"/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</a:t>
            </a:r>
            <a:r>
              <a:rPr lang="en-US" altLang="zh-CN" sz="1100" dirty="0" err="1">
                <a:solidFill>
                  <a:schemeClr val="bg1"/>
                </a:solidFill>
                <a:latin typeface="Torus Bold" panose="00000800000000000000" pitchFamily="50" charset="0"/>
              </a:rPr>
              <a:t>sukiNathan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AB6C1335-2752-B61F-792C-016C485CA999}"/>
              </a:ext>
            </a:extLst>
          </p:cNvPr>
          <p:cNvSpPr txBox="1"/>
          <p:nvPr/>
        </p:nvSpPr>
        <p:spPr>
          <a:xfrm>
            <a:off x="4424807" y="3923983"/>
            <a:ext cx="1763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3:22*</a:t>
            </a:r>
          </a:p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9.13*</a:t>
            </a: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1C249D6B-F618-C2A2-7C53-BE6635A73443}"/>
              </a:ext>
            </a:extLst>
          </p:cNvPr>
          <p:cNvSpPr txBox="1"/>
          <p:nvPr/>
        </p:nvSpPr>
        <p:spPr>
          <a:xfrm>
            <a:off x="6067329" y="3923983"/>
            <a:ext cx="1683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289.5*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BPM</a:t>
            </a:r>
            <a:endParaRPr lang="en-US" altLang="zh-CN" sz="1400" dirty="0">
              <a:solidFill>
                <a:srgbClr val="FFDD55"/>
              </a:solidFill>
              <a:latin typeface="Torus Bold" panose="00000800000000000000" pitchFamily="50" charset="0"/>
            </a:endParaRPr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1,305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EDCA27A-3F9D-661C-6C9E-8C06C0D4E49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618208" y="2704639"/>
            <a:ext cx="2647463" cy="1423622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r>
              <a:rPr lang="en-US" altLang="zh-CN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Poland</a:t>
            </a:r>
          </a:p>
          <a:p>
            <a:r>
              <a:rPr lang="en-US" altLang="zh-CN" sz="32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Pick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E3B23C6-849F-B1BF-6ED5-CE6D4B22C1C9}"/>
              </a:ext>
            </a:extLst>
          </p:cNvPr>
          <p:cNvSpPr txBox="1"/>
          <p:nvPr/>
        </p:nvSpPr>
        <p:spPr>
          <a:xfrm>
            <a:off x="4424807" y="4371918"/>
            <a:ext cx="3326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CS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/ AR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10.53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/ OD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10.08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5C981E5-6FEB-3B1E-49A6-2E34EA406E0D}"/>
              </a:ext>
            </a:extLst>
          </p:cNvPr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6B42E5E-B2F5-E8A8-C681-2AA6DBF908D0}"/>
              </a:ext>
            </a:extLst>
          </p:cNvPr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E516EED-86D2-B177-FDBA-AE96C72153E5}"/>
              </a:ext>
            </a:extLst>
          </p:cNvPr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21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FBB9AD9-51C9-28E8-4BB3-D3A3F7046934}"/>
              </a:ext>
            </a:extLst>
          </p:cNvPr>
          <p:cNvSpPr txBox="1"/>
          <p:nvPr/>
        </p:nvSpPr>
        <p:spPr>
          <a:xfrm>
            <a:off x="3202907" y="5866293"/>
            <a:ext cx="190019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ED5D000-A7BE-6DAB-DBC8-436C7E7D1800}"/>
              </a:ext>
            </a:extLst>
          </p:cNvPr>
          <p:cNvSpPr txBox="1"/>
          <p:nvPr/>
        </p:nvSpPr>
        <p:spPr>
          <a:xfrm>
            <a:off x="5174767" y="5868303"/>
            <a:ext cx="604126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4D65B94-12A4-52A2-F78E-C370CDF8BA17}"/>
              </a:ext>
            </a:extLst>
          </p:cNvPr>
          <p:cNvSpPr txBox="1"/>
          <p:nvPr/>
        </p:nvSpPr>
        <p:spPr>
          <a:xfrm>
            <a:off x="4498975" y="5464492"/>
            <a:ext cx="604127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NM4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3F44C78-97B0-BEE5-26A3-466CC1C40F2F}"/>
              </a:ext>
            </a:extLst>
          </p:cNvPr>
          <p:cNvSpPr txBox="1"/>
          <p:nvPr/>
        </p:nvSpPr>
        <p:spPr>
          <a:xfrm>
            <a:off x="3202906" y="5464492"/>
            <a:ext cx="604127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HD1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6DFFAC9-D7FC-C9A8-E8AF-DF90F06D8F4C}"/>
              </a:ext>
            </a:extLst>
          </p:cNvPr>
          <p:cNvSpPr txBox="1"/>
          <p:nvPr/>
        </p:nvSpPr>
        <p:spPr>
          <a:xfrm>
            <a:off x="3516617" y="6272408"/>
            <a:ext cx="604127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HD2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00596BC-9024-E239-5B4B-A795F18045A6}"/>
              </a:ext>
            </a:extLst>
          </p:cNvPr>
          <p:cNvSpPr txBox="1"/>
          <p:nvPr/>
        </p:nvSpPr>
        <p:spPr>
          <a:xfrm>
            <a:off x="4188837" y="6272408"/>
            <a:ext cx="604126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4620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2A0669-F742-DDEE-19B4-B10A08D3C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19DDF6E-EECB-2513-47AF-E080C3FC733D}"/>
              </a:ext>
            </a:extLst>
          </p:cNvPr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20284CE8-3AB2-BC45-3AEE-1958C73978BA}"/>
              </a:ext>
            </a:extLst>
          </p:cNvPr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E6CE2A8-492D-E464-8F63-B7623375CAF5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>
                <a:alpha val="60000"/>
              </a:srgbClr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2,167,769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2FFA693-6C34-6FC7-0E08-8E0111350A18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2,197,107</a:t>
              </a:r>
            </a:p>
          </p:txBody>
        </p:sp>
      </p:grpSp>
      <p:sp>
        <p:nvSpPr>
          <p:cNvPr id="126" name="文本框 125">
            <a:extLst>
              <a:ext uri="{FF2B5EF4-FFF2-40B4-BE49-F238E27FC236}">
                <a16:creationId xmlns:a16="http://schemas.microsoft.com/office/drawing/2014/main" id="{B5807D94-BFBA-67A4-ED3D-54E78FD1C662}"/>
              </a:ext>
            </a:extLst>
          </p:cNvPr>
          <p:cNvSpPr txBox="1"/>
          <p:nvPr/>
        </p:nvSpPr>
        <p:spPr>
          <a:xfrm>
            <a:off x="7126421" y="4362559"/>
            <a:ext cx="71846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+29,338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F39886BC-A8FB-DD92-98AC-A6AB6AB11F07}"/>
              </a:ext>
            </a:extLst>
          </p:cNvPr>
          <p:cNvGrpSpPr/>
          <p:nvPr/>
        </p:nvGrpSpPr>
        <p:grpSpPr>
          <a:xfrm>
            <a:off x="487946" y="1333254"/>
            <a:ext cx="11267643" cy="838274"/>
            <a:chOff x="487946" y="1333254"/>
            <a:chExt cx="11267643" cy="838274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0C2514F-D53E-A7F5-C72E-23412EEF4167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671,414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CB8DDEC-4DBA-2F93-434F-D8522D58EC45}"/>
                </a:ext>
              </a:extLst>
            </p:cNvPr>
            <p:cNvGrpSpPr/>
            <p:nvPr/>
          </p:nvGrpSpPr>
          <p:grpSpPr>
            <a:xfrm>
              <a:off x="487946" y="1333254"/>
              <a:ext cx="1026026" cy="400110"/>
              <a:chOff x="487946" y="1333254"/>
              <a:chExt cx="1026026" cy="400110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FF2FFF9-B2F8-D2EB-34EF-3F6E201318D3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7296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Pezz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FFEA5DA-4C89-65DF-BFE1-F7F50A73947C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</a:p>
            </p:txBody>
          </p: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9998E4EA-C7B9-008A-8E29-25215C969A29}"/>
                </a:ext>
              </a:extLst>
            </p:cNvPr>
            <p:cNvSpPr txBox="1"/>
            <p:nvPr/>
          </p:nvSpPr>
          <p:spPr>
            <a:xfrm>
              <a:off x="10526300" y="1333254"/>
              <a:ext cx="9236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 err="1">
                  <a:solidFill>
                    <a:srgbClr val="FF66AB"/>
                  </a:solidFill>
                  <a:latin typeface="Torus Bold" panose="00000800000000000000" pitchFamily="50" charset="0"/>
                </a:rPr>
                <a:t>milosz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79E8F708-FB96-BF5B-0976-9225D6D8D2F6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AFB34F36-2FAB-DA4F-705D-C176697FD09B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827,613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F40138AB-1078-81EC-3EA4-037945C0CC9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24808" y="1309823"/>
            <a:ext cx="3326434" cy="92400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323060EA-31C7-4C03-356B-0DA283454F97}"/>
              </a:ext>
            </a:extLst>
          </p:cNvPr>
          <p:cNvSpPr txBox="1"/>
          <p:nvPr/>
        </p:nvSpPr>
        <p:spPr>
          <a:xfrm>
            <a:off x="7126421" y="1306362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01E161C-850F-8C5F-2D39-FB56699F8FE8}"/>
              </a:ext>
            </a:extLst>
          </p:cNvPr>
          <p:cNvSpPr txBox="1"/>
          <p:nvPr/>
        </p:nvSpPr>
        <p:spPr>
          <a:xfrm>
            <a:off x="4424807" y="2281500"/>
            <a:ext cx="3326434" cy="815608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Torus Bold" panose="00000800000000000000" pitchFamily="50" charset="0"/>
              </a:rPr>
              <a:t>fhana</a:t>
            </a:r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 - Wonder Stella [Marvel]</a:t>
            </a:r>
          </a:p>
          <a:p>
            <a:pPr algn="r"/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</a:t>
            </a:r>
            <a:r>
              <a:rPr lang="en-US" altLang="zh-CN" sz="1100" dirty="0" err="1">
                <a:solidFill>
                  <a:schemeClr val="bg1"/>
                </a:solidFill>
                <a:latin typeface="Torus Bold" panose="00000800000000000000" pitchFamily="50" charset="0"/>
              </a:rPr>
              <a:t>sukiNathan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5575C15-9747-68E0-60C4-A3622177654F}"/>
              </a:ext>
            </a:extLst>
          </p:cNvPr>
          <p:cNvSpPr txBox="1"/>
          <p:nvPr/>
        </p:nvSpPr>
        <p:spPr>
          <a:xfrm>
            <a:off x="4424807" y="3221523"/>
            <a:ext cx="1763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3:22*</a:t>
            </a:r>
          </a:p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9.13*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A9862B6-8214-2AF8-5966-404D660CB621}"/>
              </a:ext>
            </a:extLst>
          </p:cNvPr>
          <p:cNvSpPr txBox="1"/>
          <p:nvPr/>
        </p:nvSpPr>
        <p:spPr>
          <a:xfrm>
            <a:off x="6067329" y="3221523"/>
            <a:ext cx="1683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289.5*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BPM</a:t>
            </a:r>
            <a:endParaRPr lang="en-US" altLang="zh-CN" sz="1400" dirty="0">
              <a:solidFill>
                <a:srgbClr val="FFDD55"/>
              </a:solidFill>
              <a:latin typeface="Torus Bold" panose="00000800000000000000" pitchFamily="50" charset="0"/>
            </a:endParaRPr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1,305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F54D12F-FC09-608D-0BED-CE1B6BE46F6C}"/>
              </a:ext>
            </a:extLst>
          </p:cNvPr>
          <p:cNvSpPr txBox="1"/>
          <p:nvPr/>
        </p:nvSpPr>
        <p:spPr>
          <a:xfrm>
            <a:off x="4424807" y="3669458"/>
            <a:ext cx="3326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CS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/ AR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10.53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/ OD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10.08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E7D3C2E-C56B-E826-8AF5-F134E9E1D3EF}"/>
              </a:ext>
            </a:extLst>
          </p:cNvPr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BA354B3-F1C1-3768-75C7-86E0EDC0C611}"/>
              </a:ext>
            </a:extLst>
          </p:cNvPr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11DF71A-300C-8D6B-6EB4-DF5DEC7407BA}"/>
              </a:ext>
            </a:extLst>
          </p:cNvPr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21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E201933-93CF-5A44-65FF-26119C31167C}"/>
              </a:ext>
            </a:extLst>
          </p:cNvPr>
          <p:cNvSpPr txBox="1"/>
          <p:nvPr/>
        </p:nvSpPr>
        <p:spPr>
          <a:xfrm>
            <a:off x="3202907" y="5866293"/>
            <a:ext cx="190019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1FBBD3A-7C75-AA7D-5A59-53AD5FF28DA5}"/>
              </a:ext>
            </a:extLst>
          </p:cNvPr>
          <p:cNvSpPr txBox="1"/>
          <p:nvPr/>
        </p:nvSpPr>
        <p:spPr>
          <a:xfrm>
            <a:off x="5174767" y="5868303"/>
            <a:ext cx="604126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9FDF7D3-1CF9-1FCB-8D7E-441DBBA8C015}"/>
              </a:ext>
            </a:extLst>
          </p:cNvPr>
          <p:cNvSpPr txBox="1"/>
          <p:nvPr/>
        </p:nvSpPr>
        <p:spPr>
          <a:xfrm>
            <a:off x="4498975" y="5464492"/>
            <a:ext cx="604127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NM4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CEC7DE78-7BF1-A478-E11E-3E8506AAC72C}"/>
              </a:ext>
            </a:extLst>
          </p:cNvPr>
          <p:cNvSpPr txBox="1"/>
          <p:nvPr/>
        </p:nvSpPr>
        <p:spPr>
          <a:xfrm>
            <a:off x="3202906" y="5464492"/>
            <a:ext cx="604127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HD1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C6A0B84-0446-8BEC-FD68-90EF98ECB530}"/>
              </a:ext>
            </a:extLst>
          </p:cNvPr>
          <p:cNvSpPr txBox="1"/>
          <p:nvPr/>
        </p:nvSpPr>
        <p:spPr>
          <a:xfrm>
            <a:off x="3516617" y="6272408"/>
            <a:ext cx="604127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HD2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9FBEA1B-5CE1-376E-3835-6374288AE61E}"/>
              </a:ext>
            </a:extLst>
          </p:cNvPr>
          <p:cNvSpPr txBox="1"/>
          <p:nvPr/>
        </p:nvSpPr>
        <p:spPr>
          <a:xfrm>
            <a:off x="4188837" y="6272408"/>
            <a:ext cx="604126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805921E-163D-8254-9FDE-CB1FED2F670F}"/>
              </a:ext>
            </a:extLst>
          </p:cNvPr>
          <p:cNvSpPr txBox="1"/>
          <p:nvPr/>
        </p:nvSpPr>
        <p:spPr>
          <a:xfrm>
            <a:off x="156210" y="453050"/>
            <a:ext cx="1569644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United States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A309832-FB2E-783D-174C-E6BCC33771B4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#2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B77E260-BB77-C9E3-E0E9-579463C8CAB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00F4ACD-C733-2607-257D-B941A149E3D1}"/>
              </a:ext>
            </a:extLst>
          </p:cNvPr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</a:t>
            </a:r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! World Cup 2025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303AE34-2230-1C71-BDDB-F48FF71317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117579" y="463157"/>
            <a:ext cx="891693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Poland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DC094A7-19EF-E96C-AD07-B616132B218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0EB4B1F-90A3-70BD-3BC4-54CD37195508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E5A386F-9A84-14F0-6FB6-BE2298F21ECC}"/>
              </a:ext>
            </a:extLst>
          </p:cNvPr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Grand Finals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CFDAA2C9-7BAC-81F4-D1DA-67E185AB1495}"/>
              </a:ext>
            </a:extLst>
          </p:cNvPr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4F2DBA34-71E5-4AD2-2F69-679AABE59ED8}"/>
                </a:ext>
              </a:extLst>
            </p:cNvPr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F09DDBF0-819A-C18F-161E-D4FCB2E5FD27}"/>
                </a:ext>
              </a:extLst>
            </p:cNvPr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8F729128-94A6-0C1B-8353-E36CFDF30EEB}"/>
                </a:ext>
              </a:extLst>
            </p:cNvPr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4D8F590B-DB73-8FBB-C6E7-6EE660E9C98F}"/>
                </a:ext>
              </a:extLst>
            </p:cNvPr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88F8B299-5290-003E-DE58-F3715938301D}"/>
                </a:ext>
              </a:extLst>
            </p:cNvPr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98A0A8CF-76BF-5797-D89D-FB32C7891CCB}"/>
                </a:ext>
              </a:extLst>
            </p:cNvPr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4E88D06C-AC0B-DF23-57CA-8E3109BD91EB}"/>
                </a:ext>
              </a:extLst>
            </p:cNvPr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E509B577-5B94-60DF-A5FC-E67AD72E5BE5}"/>
              </a:ext>
            </a:extLst>
          </p:cNvPr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DB0CD3BE-C875-C97C-3600-B4F1410E95C9}"/>
                </a:ext>
              </a:extLst>
            </p:cNvPr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2C2483BB-B799-62C6-24CF-D4351C905983}"/>
                </a:ext>
              </a:extLst>
            </p:cNvPr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27A47623-97C1-68DD-06A5-42BD5248952E}"/>
                </a:ext>
              </a:extLst>
            </p:cNvPr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56A1411D-DB17-574D-24A8-E5F1AA880ACF}"/>
                </a:ext>
              </a:extLst>
            </p:cNvPr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C8936420-9178-A44E-A8F3-10AE20EC80AA}"/>
                </a:ext>
              </a:extLst>
            </p:cNvPr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03560AFB-EF2B-B651-FF0D-4F393FC44486}"/>
                </a:ext>
              </a:extLst>
            </p:cNvPr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DB16DD8F-709A-F0C9-A13F-8937C26950FC}"/>
                </a:ext>
              </a:extLst>
            </p:cNvPr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EB6556D3-5334-7BC0-0A47-C65E230C3C90}"/>
              </a:ext>
            </a:extLst>
          </p:cNvPr>
          <p:cNvSpPr txBox="1"/>
          <p:nvPr/>
        </p:nvSpPr>
        <p:spPr>
          <a:xfrm>
            <a:off x="3740229" y="820420"/>
            <a:ext cx="47115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Bracket Reset | Best of 13 | Sun 14 Dec @20:10(UTC+0)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174A4DB8-2F0B-D9EA-FC83-EC9F59D3B226}"/>
              </a:ext>
            </a:extLst>
          </p:cNvPr>
          <p:cNvSpPr/>
          <p:nvPr/>
        </p:nvSpPr>
        <p:spPr>
          <a:xfrm>
            <a:off x="5173242" y="6206857"/>
            <a:ext cx="604126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E039B0A-9CA8-6C90-CF29-0AD926049EAC}"/>
              </a:ext>
            </a:extLst>
          </p:cNvPr>
          <p:cNvSpPr txBox="1"/>
          <p:nvPr/>
        </p:nvSpPr>
        <p:spPr>
          <a:xfrm>
            <a:off x="5116072" y="6193471"/>
            <a:ext cx="71846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+29,338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62E844-62DD-D1AE-ED9B-4A78A1EE14B4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3" y="1706491"/>
            <a:ext cx="519552" cy="486131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80C42FF1-DD45-E065-00E0-7B5AA38E416B}"/>
              </a:ext>
            </a:extLst>
          </p:cNvPr>
          <p:cNvGrpSpPr/>
          <p:nvPr/>
        </p:nvGrpSpPr>
        <p:grpSpPr>
          <a:xfrm>
            <a:off x="487946" y="2119071"/>
            <a:ext cx="11267643" cy="838274"/>
            <a:chOff x="487946" y="1333254"/>
            <a:chExt cx="11267643" cy="838274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BA3CFD6-A6A3-3D28-015C-33F2D06FA75D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580,827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A9155A2-29F7-11F8-C665-67C102D2756B}"/>
                </a:ext>
              </a:extLst>
            </p:cNvPr>
            <p:cNvGrpSpPr/>
            <p:nvPr/>
          </p:nvGrpSpPr>
          <p:grpSpPr>
            <a:xfrm>
              <a:off x="487946" y="1333254"/>
              <a:ext cx="1482882" cy="400110"/>
              <a:chOff x="487946" y="1333254"/>
              <a:chExt cx="1482882" cy="400110"/>
            </a:xfrm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0BA8A25-516B-A816-D9F1-B18D2E793F16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1865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decaten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8F51284-0BF3-DA17-1E4F-A0F1713DAC7C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1C03061-95E2-1D37-FAE3-28A5FB4FC83B}"/>
                </a:ext>
              </a:extLst>
            </p:cNvPr>
            <p:cNvSpPr txBox="1"/>
            <p:nvPr/>
          </p:nvSpPr>
          <p:spPr>
            <a:xfrm>
              <a:off x="10388441" y="1333254"/>
              <a:ext cx="10615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 err="1">
                  <a:solidFill>
                    <a:srgbClr val="FF66AB"/>
                  </a:solidFill>
                  <a:latin typeface="Torus Bold" panose="00000800000000000000" pitchFamily="50" charset="0"/>
                </a:rPr>
                <a:t>gnahus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85815DDC-E646-4255-90B0-2D0F637A114F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24CA6E9-2C66-B7C2-3110-22AA4738D440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532,679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E5527303-900A-CD5E-9649-6416FCBB8B14}"/>
              </a:ext>
            </a:extLst>
          </p:cNvPr>
          <p:cNvGrpSpPr/>
          <p:nvPr/>
        </p:nvGrpSpPr>
        <p:grpSpPr>
          <a:xfrm>
            <a:off x="487938" y="2904894"/>
            <a:ext cx="11267643" cy="838274"/>
            <a:chOff x="487946" y="1333254"/>
            <a:chExt cx="11267643" cy="838274"/>
          </a:xfrm>
        </p:grpSpPr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30026115-7A81-A1E7-F84F-D2C339D8AF6E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462,813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1E9A7A6D-1E1C-9088-D1DE-8ADF3ECDC247}"/>
                </a:ext>
              </a:extLst>
            </p:cNvPr>
            <p:cNvGrpSpPr/>
            <p:nvPr/>
          </p:nvGrpSpPr>
          <p:grpSpPr>
            <a:xfrm>
              <a:off x="487946" y="1333254"/>
              <a:ext cx="1880427" cy="400110"/>
              <a:chOff x="487946" y="1333254"/>
              <a:chExt cx="1880427" cy="400110"/>
            </a:xfrm>
          </p:grpSpPr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88C5D57E-2453-D9E1-9765-2C594F4DCD28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5840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WindowLife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32F12F48-8282-1FE0-EF22-47C89E799957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</a:p>
            </p:txBody>
          </p:sp>
        </p:grp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98EC27FD-B188-E977-4031-45224CE14A3C}"/>
                </a:ext>
              </a:extLst>
            </p:cNvPr>
            <p:cNvSpPr txBox="1"/>
            <p:nvPr/>
          </p:nvSpPr>
          <p:spPr>
            <a:xfrm>
              <a:off x="9673502" y="1333254"/>
              <a:ext cx="17764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MALISZEWSKI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1F40DDD8-5C0B-CFA4-BEBE-901465D889F0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3</a:t>
              </a: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D6F6A72F-3EBA-DF0C-18F9-E18EDFB44D51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529,555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EE5B703C-009A-64F0-B526-D5A853CF1141}"/>
              </a:ext>
            </a:extLst>
          </p:cNvPr>
          <p:cNvGrpSpPr/>
          <p:nvPr/>
        </p:nvGrpSpPr>
        <p:grpSpPr>
          <a:xfrm>
            <a:off x="487949" y="3690719"/>
            <a:ext cx="11267643" cy="838274"/>
            <a:chOff x="487946" y="1333254"/>
            <a:chExt cx="11267643" cy="838274"/>
          </a:xfrm>
        </p:grpSpPr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75C11F3F-30B8-5926-5CEA-CFBEF1A24CA4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452,715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F34D0FF4-18CC-BF94-7071-034B5D7EEDB1}"/>
                </a:ext>
              </a:extLst>
            </p:cNvPr>
            <p:cNvGrpSpPr/>
            <p:nvPr/>
          </p:nvGrpSpPr>
          <p:grpSpPr>
            <a:xfrm>
              <a:off x="487946" y="1333254"/>
              <a:ext cx="1333802" cy="400110"/>
              <a:chOff x="487946" y="1333254"/>
              <a:chExt cx="1333802" cy="400110"/>
            </a:xfrm>
          </p:grpSpPr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7ADE43B0-AC60-8403-D2AB-C2800FB3E7F2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03746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tekkito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89E962BA-AE67-3682-0E7A-C30DE6A6A04F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4</a:t>
                </a:r>
              </a:p>
            </p:txBody>
          </p:sp>
        </p:grp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3EC82E59-3266-6C20-7970-AED974BBC5EA}"/>
                </a:ext>
              </a:extLst>
            </p:cNvPr>
            <p:cNvSpPr txBox="1"/>
            <p:nvPr/>
          </p:nvSpPr>
          <p:spPr>
            <a:xfrm>
              <a:off x="10651333" y="1333254"/>
              <a:ext cx="7986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Rafis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E349E678-816A-D812-762F-1B0225F324CE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4</a:t>
              </a: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F702A266-83AD-B76A-AC1E-62FF7FE6431F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307,260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pic>
        <p:nvPicPr>
          <p:cNvPr id="124" name="图片 123">
            <a:extLst>
              <a:ext uri="{FF2B5EF4-FFF2-40B4-BE49-F238E27FC236}">
                <a16:creationId xmlns:a16="http://schemas.microsoft.com/office/drawing/2014/main" id="{E0C7735D-B940-5E73-B334-8C60817561AA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3" y="2492308"/>
            <a:ext cx="519552" cy="486131"/>
          </a:xfrm>
          <a:prstGeom prst="rect">
            <a:avLst/>
          </a:prstGeom>
        </p:spPr>
      </p:pic>
      <p:pic>
        <p:nvPicPr>
          <p:cNvPr id="127" name="图片 126">
            <a:extLst>
              <a:ext uri="{FF2B5EF4-FFF2-40B4-BE49-F238E27FC236}">
                <a16:creationId xmlns:a16="http://schemas.microsoft.com/office/drawing/2014/main" id="{14ABBCFF-4B15-FE93-78BC-29D7891D529B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18" y="3276590"/>
            <a:ext cx="519552" cy="486131"/>
          </a:xfrm>
          <a:prstGeom prst="rect">
            <a:avLst/>
          </a:prstGeom>
        </p:spPr>
      </p:pic>
      <p:pic>
        <p:nvPicPr>
          <p:cNvPr id="132" name="图片 131">
            <a:extLst>
              <a:ext uri="{FF2B5EF4-FFF2-40B4-BE49-F238E27FC236}">
                <a16:creationId xmlns:a16="http://schemas.microsoft.com/office/drawing/2014/main" id="{14C58E54-DBC2-92E1-E515-26D3ADD2921F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9" y="4061525"/>
            <a:ext cx="519552" cy="486131"/>
          </a:xfrm>
          <a:prstGeom prst="rect">
            <a:avLst/>
          </a:prstGeom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28406D7E-17CA-9D3A-D099-A6F2976B5FF2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1" y="1711473"/>
            <a:ext cx="519552" cy="486131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3BD9F1C7-3B7E-B3A9-D1E6-FE389EB0B959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1" y="2497290"/>
            <a:ext cx="519552" cy="486131"/>
          </a:xfrm>
          <a:prstGeom prst="rect">
            <a:avLst/>
          </a:prstGeom>
        </p:spPr>
      </p:pic>
      <p:pic>
        <p:nvPicPr>
          <p:cNvPr id="135" name="图片 134">
            <a:extLst>
              <a:ext uri="{FF2B5EF4-FFF2-40B4-BE49-F238E27FC236}">
                <a16:creationId xmlns:a16="http://schemas.microsoft.com/office/drawing/2014/main" id="{4DB7DAC0-91CC-F785-EE41-C82BF4C3AE9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016" y="3281572"/>
            <a:ext cx="519552" cy="486131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546E0029-626C-CFDB-83F9-2A035201CBE6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7" y="4066507"/>
            <a:ext cx="519552" cy="48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704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878168-C95A-E8CC-A338-2A8E40D3A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DDEF1DF-BFF2-2602-54FA-DD771F47D247}"/>
              </a:ext>
            </a:extLst>
          </p:cNvPr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233FBEC-AA94-F3C2-58C3-245E8649C212}"/>
              </a:ext>
            </a:extLst>
          </p:cNvPr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E1612C8-0CB6-1C85-D4B3-0CDAFDCCC654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>
                <a:alpha val="60000"/>
              </a:srgbClr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2,167,769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6D7660A-DBF7-4E65-4810-7C6AAC9B879D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2,197,107</a:t>
              </a:r>
            </a:p>
          </p:txBody>
        </p:sp>
      </p:grpSp>
      <p:sp>
        <p:nvSpPr>
          <p:cNvPr id="126" name="文本框 125">
            <a:extLst>
              <a:ext uri="{FF2B5EF4-FFF2-40B4-BE49-F238E27FC236}">
                <a16:creationId xmlns:a16="http://schemas.microsoft.com/office/drawing/2014/main" id="{9BA1E2A8-15B8-F832-9432-9B99002A314C}"/>
              </a:ext>
            </a:extLst>
          </p:cNvPr>
          <p:cNvSpPr txBox="1"/>
          <p:nvPr/>
        </p:nvSpPr>
        <p:spPr>
          <a:xfrm>
            <a:off x="7126421" y="4362559"/>
            <a:ext cx="71846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+29,338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3E2CDA2F-2FE2-03F8-BEC8-5483D0DA8CA1}"/>
              </a:ext>
            </a:extLst>
          </p:cNvPr>
          <p:cNvGrpSpPr/>
          <p:nvPr/>
        </p:nvGrpSpPr>
        <p:grpSpPr>
          <a:xfrm>
            <a:off x="487946" y="1333254"/>
            <a:ext cx="11267643" cy="838274"/>
            <a:chOff x="487946" y="1333254"/>
            <a:chExt cx="11267643" cy="838274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E062F78-D3DC-803F-6417-939A9169234F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671,414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8738BA6-9AA2-DEC8-1B9A-424688198357}"/>
                </a:ext>
              </a:extLst>
            </p:cNvPr>
            <p:cNvGrpSpPr/>
            <p:nvPr/>
          </p:nvGrpSpPr>
          <p:grpSpPr>
            <a:xfrm>
              <a:off x="487946" y="1333254"/>
              <a:ext cx="1026026" cy="400110"/>
              <a:chOff x="487946" y="1333254"/>
              <a:chExt cx="1026026" cy="400110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7D49312-8CCF-1627-442F-33C538920C3F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7296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Pezz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B5818B2-29E3-C2CD-366B-72106E6BE1AF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</a:p>
            </p:txBody>
          </p: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2DB1DCC8-F162-5EEB-20B9-5861E64510D5}"/>
                </a:ext>
              </a:extLst>
            </p:cNvPr>
            <p:cNvSpPr txBox="1"/>
            <p:nvPr/>
          </p:nvSpPr>
          <p:spPr>
            <a:xfrm>
              <a:off x="10526300" y="1333254"/>
              <a:ext cx="9236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 err="1">
                  <a:solidFill>
                    <a:srgbClr val="FF66AB"/>
                  </a:solidFill>
                  <a:latin typeface="Torus Bold" panose="00000800000000000000" pitchFamily="50" charset="0"/>
                </a:rPr>
                <a:t>milosz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507D752B-48BC-BC79-8E20-B65CB58DC974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42A3ED34-B077-4145-B553-D5573CAA9C9F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827,613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489ACA80-C81E-1FE2-983B-F757BBA3794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24808" y="1309823"/>
            <a:ext cx="3326434" cy="92400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78C7F680-6747-EB6F-831F-C1A1586AC5B7}"/>
              </a:ext>
            </a:extLst>
          </p:cNvPr>
          <p:cNvSpPr txBox="1"/>
          <p:nvPr/>
        </p:nvSpPr>
        <p:spPr>
          <a:xfrm>
            <a:off x="7126421" y="1306362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80BA71-DF58-90B2-3247-DE1DC420F0EC}"/>
              </a:ext>
            </a:extLst>
          </p:cNvPr>
          <p:cNvSpPr txBox="1"/>
          <p:nvPr/>
        </p:nvSpPr>
        <p:spPr>
          <a:xfrm>
            <a:off x="4424807" y="2281500"/>
            <a:ext cx="3326434" cy="815608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Torus Bold" panose="00000800000000000000" pitchFamily="50" charset="0"/>
              </a:rPr>
              <a:t>fhana</a:t>
            </a:r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 - Wonder Stella [Marvel]</a:t>
            </a:r>
          </a:p>
          <a:p>
            <a:pPr algn="r"/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</a:t>
            </a:r>
            <a:r>
              <a:rPr lang="en-US" altLang="zh-CN" sz="1100" dirty="0" err="1">
                <a:solidFill>
                  <a:schemeClr val="bg1"/>
                </a:solidFill>
                <a:latin typeface="Torus Bold" panose="00000800000000000000" pitchFamily="50" charset="0"/>
              </a:rPr>
              <a:t>sukiNathan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EF8B04-48AC-7261-1F0E-FB380F7AB10B}"/>
              </a:ext>
            </a:extLst>
          </p:cNvPr>
          <p:cNvSpPr txBox="1"/>
          <p:nvPr/>
        </p:nvSpPr>
        <p:spPr>
          <a:xfrm>
            <a:off x="4424807" y="3221523"/>
            <a:ext cx="1763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3:22*</a:t>
            </a:r>
          </a:p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9.13*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B550FDD-06B4-DB4E-AB29-8D0108F69901}"/>
              </a:ext>
            </a:extLst>
          </p:cNvPr>
          <p:cNvSpPr txBox="1"/>
          <p:nvPr/>
        </p:nvSpPr>
        <p:spPr>
          <a:xfrm>
            <a:off x="6067329" y="3221523"/>
            <a:ext cx="1683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289.5*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BPM</a:t>
            </a:r>
            <a:endParaRPr lang="en-US" altLang="zh-CN" sz="1400" dirty="0">
              <a:solidFill>
                <a:srgbClr val="FFDD55"/>
              </a:solidFill>
              <a:latin typeface="Torus Bold" panose="00000800000000000000" pitchFamily="50" charset="0"/>
            </a:endParaRPr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1,305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60BBAC7-86BA-3E89-9215-FCB0A7DBE3C9}"/>
              </a:ext>
            </a:extLst>
          </p:cNvPr>
          <p:cNvSpPr txBox="1"/>
          <p:nvPr/>
        </p:nvSpPr>
        <p:spPr>
          <a:xfrm>
            <a:off x="4424807" y="3669458"/>
            <a:ext cx="3326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CS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/ AR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10.53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/ OD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10.08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03600F6-30E3-6089-2C6E-4AC0D08B8AC8}"/>
              </a:ext>
            </a:extLst>
          </p:cNvPr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B5AF30F-2230-C8C5-954A-6847D96E070F}"/>
              </a:ext>
            </a:extLst>
          </p:cNvPr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2DA7B32-1404-3919-B435-C7CBD3325719}"/>
              </a:ext>
            </a:extLst>
          </p:cNvPr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21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D63FBE7-F73B-2BC0-E840-12D96C22F78B}"/>
              </a:ext>
            </a:extLst>
          </p:cNvPr>
          <p:cNvSpPr txBox="1"/>
          <p:nvPr/>
        </p:nvSpPr>
        <p:spPr>
          <a:xfrm>
            <a:off x="3202907" y="5866293"/>
            <a:ext cx="190019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75150D3-6655-B6B8-A2E6-103B278EE13C}"/>
              </a:ext>
            </a:extLst>
          </p:cNvPr>
          <p:cNvSpPr txBox="1"/>
          <p:nvPr/>
        </p:nvSpPr>
        <p:spPr>
          <a:xfrm>
            <a:off x="5174767" y="5868303"/>
            <a:ext cx="604126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8BD11E6-529B-A561-5D51-6A4AF7092A65}"/>
              </a:ext>
            </a:extLst>
          </p:cNvPr>
          <p:cNvSpPr txBox="1"/>
          <p:nvPr/>
        </p:nvSpPr>
        <p:spPr>
          <a:xfrm>
            <a:off x="4498975" y="5464492"/>
            <a:ext cx="604127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NM4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21CEBB2-1BF5-D1A9-AB60-5EC7BD9F4D95}"/>
              </a:ext>
            </a:extLst>
          </p:cNvPr>
          <p:cNvSpPr txBox="1"/>
          <p:nvPr/>
        </p:nvSpPr>
        <p:spPr>
          <a:xfrm>
            <a:off x="3202906" y="5464492"/>
            <a:ext cx="604127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HD1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2F27634-78BB-5813-8D01-AE0D1A150991}"/>
              </a:ext>
            </a:extLst>
          </p:cNvPr>
          <p:cNvSpPr txBox="1"/>
          <p:nvPr/>
        </p:nvSpPr>
        <p:spPr>
          <a:xfrm>
            <a:off x="3516617" y="6272408"/>
            <a:ext cx="604127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HD2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C9EA7BA-AB39-035E-D7D0-34BE796CFCB5}"/>
              </a:ext>
            </a:extLst>
          </p:cNvPr>
          <p:cNvSpPr txBox="1"/>
          <p:nvPr/>
        </p:nvSpPr>
        <p:spPr>
          <a:xfrm>
            <a:off x="4188837" y="6272408"/>
            <a:ext cx="604126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60B90B1-22B1-7BE5-1552-3FD47D453423}"/>
              </a:ext>
            </a:extLst>
          </p:cNvPr>
          <p:cNvSpPr txBox="1"/>
          <p:nvPr/>
        </p:nvSpPr>
        <p:spPr>
          <a:xfrm>
            <a:off x="156210" y="453050"/>
            <a:ext cx="1569644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United States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3B5469FA-77B7-426F-0330-A0E03CFEC06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#2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293A527-535B-8076-F238-F7B29D3057B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AB19515-ECDF-1549-9BE7-89E85A66DDF1}"/>
              </a:ext>
            </a:extLst>
          </p:cNvPr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</a:t>
            </a:r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! World Cup 2025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56231BEE-2F41-9EFB-C2C9-3466F43A1CA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117579" y="463157"/>
            <a:ext cx="891693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Poland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85AD638-EB62-23B3-1B95-5529CA1CF4F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2F30B5E5-7951-BD14-0F3D-62235580911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174E70C-1925-E509-31C9-B14E997A12E9}"/>
              </a:ext>
            </a:extLst>
          </p:cNvPr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Grand Finals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ABA5EC3D-A904-467D-FEC8-E5DF0D7B25BC}"/>
              </a:ext>
            </a:extLst>
          </p:cNvPr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3910C1A2-AFCE-086B-A739-BBE8A56BE66F}"/>
                </a:ext>
              </a:extLst>
            </p:cNvPr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D405DD4E-42B2-5CAE-53DA-DF7528CB517B}"/>
                </a:ext>
              </a:extLst>
            </p:cNvPr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A3A04C1B-90C4-4484-B25E-7150FFE8A9C5}"/>
                </a:ext>
              </a:extLst>
            </p:cNvPr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B17F1278-59B9-5B7C-B01B-68301B157002}"/>
                </a:ext>
              </a:extLst>
            </p:cNvPr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C582457C-FC54-B0E7-3AF4-610A51231BBB}"/>
                </a:ext>
              </a:extLst>
            </p:cNvPr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9D9742F6-4AC4-0E9D-ADCB-1C9535901DE7}"/>
                </a:ext>
              </a:extLst>
            </p:cNvPr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57219D52-BA54-0479-A0BC-B755B2495434}"/>
                </a:ext>
              </a:extLst>
            </p:cNvPr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877E4744-394A-F83A-CA54-580420B5D896}"/>
              </a:ext>
            </a:extLst>
          </p:cNvPr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C368E026-0655-434E-5F23-3BC01A87A130}"/>
                </a:ext>
              </a:extLst>
            </p:cNvPr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D95EC660-21E5-8157-4EBD-64A0E804CCB4}"/>
                </a:ext>
              </a:extLst>
            </p:cNvPr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FCFA6C5F-E33A-7C44-3A9E-89B678718F4E}"/>
                </a:ext>
              </a:extLst>
            </p:cNvPr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352FD503-0AE5-E629-4B6E-3F76B774A510}"/>
                </a:ext>
              </a:extLst>
            </p:cNvPr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AEF7DC44-9C4F-9118-7516-1574F684A19C}"/>
                </a:ext>
              </a:extLst>
            </p:cNvPr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3EB36AC3-A18B-7D9C-070D-CD60E337CB1B}"/>
                </a:ext>
              </a:extLst>
            </p:cNvPr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D639E505-4680-1D2B-5CB5-7016D7E4DD94}"/>
                </a:ext>
              </a:extLst>
            </p:cNvPr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8DCBAA35-0021-1B0D-F92F-099B1F8C3B21}"/>
              </a:ext>
            </a:extLst>
          </p:cNvPr>
          <p:cNvSpPr txBox="1"/>
          <p:nvPr/>
        </p:nvSpPr>
        <p:spPr>
          <a:xfrm>
            <a:off x="3740229" y="820420"/>
            <a:ext cx="47115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Bracket Reset | Best of 13 | Sun 14 Dec @20:10(UTC+0)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9101477-34C4-FE11-7F8E-B04DCE3E1D4F}"/>
              </a:ext>
            </a:extLst>
          </p:cNvPr>
          <p:cNvSpPr/>
          <p:nvPr/>
        </p:nvSpPr>
        <p:spPr>
          <a:xfrm>
            <a:off x="5173242" y="6206857"/>
            <a:ext cx="604126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94BEFD6-3859-94A8-A3A4-4D122A265E49}"/>
              </a:ext>
            </a:extLst>
          </p:cNvPr>
          <p:cNvSpPr txBox="1"/>
          <p:nvPr/>
        </p:nvSpPr>
        <p:spPr>
          <a:xfrm>
            <a:off x="5116072" y="6193471"/>
            <a:ext cx="71846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+29,338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912A25-171E-0F28-47EE-F00D6E387DA6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3" y="1706491"/>
            <a:ext cx="519552" cy="486131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87C6BE7A-6C7B-8A9D-0861-99664618CE28}"/>
              </a:ext>
            </a:extLst>
          </p:cNvPr>
          <p:cNvGrpSpPr/>
          <p:nvPr/>
        </p:nvGrpSpPr>
        <p:grpSpPr>
          <a:xfrm>
            <a:off x="487946" y="2877691"/>
            <a:ext cx="11267643" cy="838274"/>
            <a:chOff x="487946" y="1333254"/>
            <a:chExt cx="11267643" cy="838274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81C312A-6B86-3C03-2E21-A0FA4F085ADF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580,827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570AFDE-5961-6420-7BBB-A7BA33023748}"/>
                </a:ext>
              </a:extLst>
            </p:cNvPr>
            <p:cNvGrpSpPr/>
            <p:nvPr/>
          </p:nvGrpSpPr>
          <p:grpSpPr>
            <a:xfrm>
              <a:off x="487946" y="1333254"/>
              <a:ext cx="1482882" cy="400110"/>
              <a:chOff x="487946" y="1333254"/>
              <a:chExt cx="1482882" cy="400110"/>
            </a:xfrm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E19B01F-0FEE-C35B-3622-E2F810193F5E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1865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decaten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1CEE935F-C698-F254-40DD-75763A0E0445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DB9A6CA-A106-3CF1-14E0-257649EA8436}"/>
                </a:ext>
              </a:extLst>
            </p:cNvPr>
            <p:cNvSpPr txBox="1"/>
            <p:nvPr/>
          </p:nvSpPr>
          <p:spPr>
            <a:xfrm>
              <a:off x="10388441" y="1333254"/>
              <a:ext cx="10615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 err="1">
                  <a:solidFill>
                    <a:srgbClr val="FF66AB"/>
                  </a:solidFill>
                  <a:latin typeface="Torus Bold" panose="00000800000000000000" pitchFamily="50" charset="0"/>
                </a:rPr>
                <a:t>gnahus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6316D6A-0E40-9FEA-AFD5-E9D1650A8A84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9191525-BFD3-25C9-BEFA-36D2F1EE4F1E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532,679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78A76041-28F4-1247-BF06-FA19EF04A6DD}"/>
              </a:ext>
            </a:extLst>
          </p:cNvPr>
          <p:cNvGrpSpPr/>
          <p:nvPr/>
        </p:nvGrpSpPr>
        <p:grpSpPr>
          <a:xfrm>
            <a:off x="487938" y="3663514"/>
            <a:ext cx="11267643" cy="838274"/>
            <a:chOff x="487946" y="1333254"/>
            <a:chExt cx="11267643" cy="838274"/>
          </a:xfrm>
        </p:grpSpPr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B5D20634-1A82-79CA-2E9A-C1D14CB058BB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462,813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DB674841-C23A-30CD-7322-C935967DD945}"/>
                </a:ext>
              </a:extLst>
            </p:cNvPr>
            <p:cNvGrpSpPr/>
            <p:nvPr/>
          </p:nvGrpSpPr>
          <p:grpSpPr>
            <a:xfrm>
              <a:off x="487946" y="1333254"/>
              <a:ext cx="1880427" cy="400110"/>
              <a:chOff x="487946" y="1333254"/>
              <a:chExt cx="1880427" cy="400110"/>
            </a:xfrm>
          </p:grpSpPr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96726F3C-B34B-4C72-BB79-6A66AB631056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5840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WindowLife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1F7602CE-F1B9-0B80-7941-3AD50C264C47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</a:p>
            </p:txBody>
          </p:sp>
        </p:grp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0BAFB77E-2D6F-14C0-A399-7A1732961A6F}"/>
                </a:ext>
              </a:extLst>
            </p:cNvPr>
            <p:cNvSpPr txBox="1"/>
            <p:nvPr/>
          </p:nvSpPr>
          <p:spPr>
            <a:xfrm>
              <a:off x="9673502" y="1333254"/>
              <a:ext cx="17764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MALISZEWSKI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7F39EBCD-84E1-068C-D8A9-27B0BBF9B465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3</a:t>
              </a: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758C2BA-421D-F151-978D-5876AAC79AB4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529,555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E03A2EAD-8A22-F090-061D-CC5154E1D7F0}"/>
              </a:ext>
            </a:extLst>
          </p:cNvPr>
          <p:cNvGrpSpPr/>
          <p:nvPr/>
        </p:nvGrpSpPr>
        <p:grpSpPr>
          <a:xfrm>
            <a:off x="487949" y="4449339"/>
            <a:ext cx="11267643" cy="838274"/>
            <a:chOff x="487946" y="1333254"/>
            <a:chExt cx="11267643" cy="838274"/>
          </a:xfrm>
        </p:grpSpPr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70D06654-A4D8-B288-E982-83A23B6CE096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452,715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D31C06C7-08F3-FDBE-B163-A7D9D1F085C0}"/>
                </a:ext>
              </a:extLst>
            </p:cNvPr>
            <p:cNvGrpSpPr/>
            <p:nvPr/>
          </p:nvGrpSpPr>
          <p:grpSpPr>
            <a:xfrm>
              <a:off x="487946" y="1333254"/>
              <a:ext cx="1333802" cy="400110"/>
              <a:chOff x="487946" y="1333254"/>
              <a:chExt cx="1333802" cy="400110"/>
            </a:xfrm>
          </p:grpSpPr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023B6BD2-2B41-EDDB-DB50-550CEB900C57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03746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tekkito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72BDA0D4-42B9-767E-2CFA-1B0202826C84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4</a:t>
                </a:r>
              </a:p>
            </p:txBody>
          </p:sp>
        </p:grp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9BD68C6E-1A55-BAD7-156B-DC420493CF6B}"/>
                </a:ext>
              </a:extLst>
            </p:cNvPr>
            <p:cNvSpPr txBox="1"/>
            <p:nvPr/>
          </p:nvSpPr>
          <p:spPr>
            <a:xfrm>
              <a:off x="10651333" y="1333254"/>
              <a:ext cx="7986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Rafis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AF8794D8-1EE2-8FF6-30B8-79BE4F95415F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4</a:t>
              </a: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3396517C-F397-0A23-CB0E-0D5E71C06A97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307,260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pic>
        <p:nvPicPr>
          <p:cNvPr id="124" name="图片 123">
            <a:extLst>
              <a:ext uri="{FF2B5EF4-FFF2-40B4-BE49-F238E27FC236}">
                <a16:creationId xmlns:a16="http://schemas.microsoft.com/office/drawing/2014/main" id="{A4B58F6D-C099-415B-5196-FB298A080CF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3" y="3250928"/>
            <a:ext cx="519552" cy="486131"/>
          </a:xfrm>
          <a:prstGeom prst="rect">
            <a:avLst/>
          </a:prstGeom>
        </p:spPr>
      </p:pic>
      <p:pic>
        <p:nvPicPr>
          <p:cNvPr id="127" name="图片 126">
            <a:extLst>
              <a:ext uri="{FF2B5EF4-FFF2-40B4-BE49-F238E27FC236}">
                <a16:creationId xmlns:a16="http://schemas.microsoft.com/office/drawing/2014/main" id="{2C57F5B2-ADB4-C89B-4903-3D94BADA0422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18" y="4035210"/>
            <a:ext cx="519552" cy="486131"/>
          </a:xfrm>
          <a:prstGeom prst="rect">
            <a:avLst/>
          </a:prstGeom>
        </p:spPr>
      </p:pic>
      <p:pic>
        <p:nvPicPr>
          <p:cNvPr id="132" name="图片 131">
            <a:extLst>
              <a:ext uri="{FF2B5EF4-FFF2-40B4-BE49-F238E27FC236}">
                <a16:creationId xmlns:a16="http://schemas.microsoft.com/office/drawing/2014/main" id="{26017EB5-F22F-F4B2-D509-F256A9FDDBE0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9" y="4820145"/>
            <a:ext cx="519552" cy="486131"/>
          </a:xfrm>
          <a:prstGeom prst="rect">
            <a:avLst/>
          </a:prstGeom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89C06903-2001-C27F-B937-754F9C707BAB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1" y="1711473"/>
            <a:ext cx="519552" cy="486131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51812507-8C5C-F58D-C794-C3018DF39F9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1" y="3278960"/>
            <a:ext cx="519552" cy="486131"/>
          </a:xfrm>
          <a:prstGeom prst="rect">
            <a:avLst/>
          </a:prstGeom>
        </p:spPr>
      </p:pic>
      <p:pic>
        <p:nvPicPr>
          <p:cNvPr id="135" name="图片 134">
            <a:extLst>
              <a:ext uri="{FF2B5EF4-FFF2-40B4-BE49-F238E27FC236}">
                <a16:creationId xmlns:a16="http://schemas.microsoft.com/office/drawing/2014/main" id="{5E964AE5-D586-FD9C-7608-E5CDC9DE7A5B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016" y="4063242"/>
            <a:ext cx="519552" cy="486131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B844F771-9985-E4CE-C7C4-95E61672E22A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7" y="4848177"/>
            <a:ext cx="519552" cy="4861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15DA988-AE18-3CC2-B919-339DAD6B810E}"/>
              </a:ext>
            </a:extLst>
          </p:cNvPr>
          <p:cNvSpPr txBox="1"/>
          <p:nvPr/>
        </p:nvSpPr>
        <p:spPr>
          <a:xfrm>
            <a:off x="382757" y="2063565"/>
            <a:ext cx="680337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GREAT: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OK: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MEH: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MISS:</a:t>
            </a:r>
            <a:endParaRPr lang="zh-CN" altLang="en-US" sz="1100" dirty="0">
              <a:solidFill>
                <a:srgbClr val="D9A6BD"/>
              </a:solidFill>
              <a:latin typeface="Torus" panose="00000500000000000000" pitchFamily="50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F14F14-9A7F-0BB0-7FAD-625E2B84B594}"/>
              </a:ext>
            </a:extLst>
          </p:cNvPr>
          <p:cNvSpPr txBox="1"/>
          <p:nvPr/>
        </p:nvSpPr>
        <p:spPr>
          <a:xfrm>
            <a:off x="967919" y="2064792"/>
            <a:ext cx="494046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1269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23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3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10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9BE8AD-1566-45BE-4D2D-5D27167E46A5}"/>
              </a:ext>
            </a:extLst>
          </p:cNvPr>
          <p:cNvSpPr txBox="1"/>
          <p:nvPr/>
        </p:nvSpPr>
        <p:spPr>
          <a:xfrm>
            <a:off x="1659400" y="2114763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MAX COMBO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1,132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7B0E896-02D7-B48E-7B4F-58FF4578814B}"/>
              </a:ext>
            </a:extLst>
          </p:cNvPr>
          <p:cNvSpPr txBox="1"/>
          <p:nvPr/>
        </p:nvSpPr>
        <p:spPr>
          <a:xfrm>
            <a:off x="1667753" y="2453676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ACCURACY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97.87%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7119C9D-0C60-7A73-9665-C0C83A614B37}"/>
              </a:ext>
            </a:extLst>
          </p:cNvPr>
          <p:cNvSpPr txBox="1"/>
          <p:nvPr/>
        </p:nvSpPr>
        <p:spPr>
          <a:xfrm>
            <a:off x="10707173" y="2095207"/>
            <a:ext cx="649537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GREAT: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OK: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MEH: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MISS:</a:t>
            </a:r>
            <a:endParaRPr lang="zh-CN" altLang="en-US" sz="1100" dirty="0">
              <a:solidFill>
                <a:srgbClr val="D9A6BD"/>
              </a:solidFill>
              <a:latin typeface="Torus" panose="00000500000000000000" pitchFamily="50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9CB6C7-310F-FC6F-E8ED-B98F3C81C2C1}"/>
              </a:ext>
            </a:extLst>
          </p:cNvPr>
          <p:cNvSpPr txBox="1"/>
          <p:nvPr/>
        </p:nvSpPr>
        <p:spPr>
          <a:xfrm>
            <a:off x="11261535" y="2096434"/>
            <a:ext cx="489236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1286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17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58A49E2-5D60-24D0-9D16-258A2BF66FB4}"/>
              </a:ext>
            </a:extLst>
          </p:cNvPr>
          <p:cNvSpPr txBox="1"/>
          <p:nvPr/>
        </p:nvSpPr>
        <p:spPr>
          <a:xfrm>
            <a:off x="8139910" y="2116495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MAX COMBO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1,223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04CC413-C389-FA42-509D-7F74AD69A492}"/>
              </a:ext>
            </a:extLst>
          </p:cNvPr>
          <p:cNvSpPr txBox="1"/>
          <p:nvPr/>
        </p:nvSpPr>
        <p:spPr>
          <a:xfrm>
            <a:off x="8148263" y="2455408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ACCURACY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98.99%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E7FA18BB-82C8-E8A1-D431-B60FFEE5E90A}"/>
              </a:ext>
            </a:extLst>
          </p:cNvPr>
          <p:cNvGrpSpPr/>
          <p:nvPr/>
        </p:nvGrpSpPr>
        <p:grpSpPr>
          <a:xfrm>
            <a:off x="354331" y="1332321"/>
            <a:ext cx="11503887" cy="1521465"/>
            <a:chOff x="354331" y="1332321"/>
            <a:chExt cx="11503887" cy="1521465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DBF6342-BFE4-6EB8-30CF-5B402EE1172C}"/>
                </a:ext>
              </a:extLst>
            </p:cNvPr>
            <p:cNvSpPr/>
            <p:nvPr/>
          </p:nvSpPr>
          <p:spPr>
            <a:xfrm>
              <a:off x="354331" y="1333253"/>
              <a:ext cx="3711184" cy="1520533"/>
            </a:xfrm>
            <a:prstGeom prst="rect">
              <a:avLst/>
            </a:prstGeom>
            <a:noFill/>
            <a:ln w="28575">
              <a:solidFill>
                <a:srgbClr val="AB14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E23D1A5B-4586-7990-3302-B30A4A81E71C}"/>
                </a:ext>
              </a:extLst>
            </p:cNvPr>
            <p:cNvSpPr/>
            <p:nvPr/>
          </p:nvSpPr>
          <p:spPr>
            <a:xfrm>
              <a:off x="8147034" y="1332321"/>
              <a:ext cx="3711184" cy="1520533"/>
            </a:xfrm>
            <a:prstGeom prst="rect">
              <a:avLst/>
            </a:prstGeom>
            <a:noFill/>
            <a:ln w="28575"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1894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5A5EE5-3B50-EE46-E68B-6F9803781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13ADE8-2AEA-659C-CE97-C77055BAAAEB}"/>
              </a:ext>
            </a:extLst>
          </p:cNvPr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2B3A831-837D-CD15-B6DD-F6AB58C2E5FD}"/>
              </a:ext>
            </a:extLst>
          </p:cNvPr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EF159C3-8499-72FF-6336-A287FD4DCBC4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>
                <a:alpha val="60000"/>
              </a:srgbClr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2,167,769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6C38EAD6-049E-BF10-B386-00DB8FAE3025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2,197,107</a:t>
              </a:r>
            </a:p>
          </p:txBody>
        </p:sp>
      </p:grpSp>
      <p:sp>
        <p:nvSpPr>
          <p:cNvPr id="126" name="文本框 125">
            <a:extLst>
              <a:ext uri="{FF2B5EF4-FFF2-40B4-BE49-F238E27FC236}">
                <a16:creationId xmlns:a16="http://schemas.microsoft.com/office/drawing/2014/main" id="{B7C4EBF9-CBCA-20ED-389D-76F55BFD3DCF}"/>
              </a:ext>
            </a:extLst>
          </p:cNvPr>
          <p:cNvSpPr txBox="1"/>
          <p:nvPr/>
        </p:nvSpPr>
        <p:spPr>
          <a:xfrm>
            <a:off x="7126421" y="4362559"/>
            <a:ext cx="71846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+29,338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B6672A9F-D13E-B12B-3072-0654919C211E}"/>
              </a:ext>
            </a:extLst>
          </p:cNvPr>
          <p:cNvGrpSpPr/>
          <p:nvPr/>
        </p:nvGrpSpPr>
        <p:grpSpPr>
          <a:xfrm>
            <a:off x="487946" y="1333254"/>
            <a:ext cx="11267643" cy="838274"/>
            <a:chOff x="487946" y="1333254"/>
            <a:chExt cx="11267643" cy="838274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018F5D1A-0D22-1BB2-39C6-625CCD0434A2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671,414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BB04494D-E564-D3DB-B623-76780A8CAC41}"/>
                </a:ext>
              </a:extLst>
            </p:cNvPr>
            <p:cNvGrpSpPr/>
            <p:nvPr/>
          </p:nvGrpSpPr>
          <p:grpSpPr>
            <a:xfrm>
              <a:off x="487946" y="1333254"/>
              <a:ext cx="1026026" cy="400110"/>
              <a:chOff x="487946" y="1333254"/>
              <a:chExt cx="1026026" cy="400110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AA24050-503C-C853-DAE4-234700BB4157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7296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Pezz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9C5DFE83-8062-DBD4-D0FD-BB09C9E55BEA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</a:p>
            </p:txBody>
          </p: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1D7D157C-51BB-16A2-1C1C-525A2E4C7A5B}"/>
                </a:ext>
              </a:extLst>
            </p:cNvPr>
            <p:cNvSpPr txBox="1"/>
            <p:nvPr/>
          </p:nvSpPr>
          <p:spPr>
            <a:xfrm>
              <a:off x="10526300" y="1333254"/>
              <a:ext cx="9236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 err="1">
                  <a:solidFill>
                    <a:srgbClr val="FF66AB"/>
                  </a:solidFill>
                  <a:latin typeface="Torus Bold" panose="00000800000000000000" pitchFamily="50" charset="0"/>
                </a:rPr>
                <a:t>milosz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1BD29ADA-7E6A-C82A-18F3-79CFE4E3086E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164BE968-FD40-566D-CBBE-16F5A7CA10FE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827,613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3964E5BB-73C2-3363-FBBF-87D23C08A01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24808" y="1309823"/>
            <a:ext cx="3326434" cy="92400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9AAE23C4-66D0-C64D-2204-E7E9FA933BAB}"/>
              </a:ext>
            </a:extLst>
          </p:cNvPr>
          <p:cNvSpPr txBox="1"/>
          <p:nvPr/>
        </p:nvSpPr>
        <p:spPr>
          <a:xfrm>
            <a:off x="7126421" y="1306362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A698E98-95E7-43FB-725A-7246E740B73C}"/>
              </a:ext>
            </a:extLst>
          </p:cNvPr>
          <p:cNvSpPr txBox="1"/>
          <p:nvPr/>
        </p:nvSpPr>
        <p:spPr>
          <a:xfrm>
            <a:off x="4424807" y="2281500"/>
            <a:ext cx="3326434" cy="815608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Torus Bold" panose="00000800000000000000" pitchFamily="50" charset="0"/>
              </a:rPr>
              <a:t>fhana</a:t>
            </a:r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 - Wonder Stella [Marvel]</a:t>
            </a:r>
          </a:p>
          <a:p>
            <a:pPr algn="r"/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</a:t>
            </a:r>
            <a:r>
              <a:rPr lang="en-US" altLang="zh-CN" sz="1100" dirty="0" err="1">
                <a:solidFill>
                  <a:schemeClr val="bg1"/>
                </a:solidFill>
                <a:latin typeface="Torus Bold" panose="00000800000000000000" pitchFamily="50" charset="0"/>
              </a:rPr>
              <a:t>sukiNathan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C81F7E5-3CE7-1627-E8D9-41D859EA49EA}"/>
              </a:ext>
            </a:extLst>
          </p:cNvPr>
          <p:cNvSpPr txBox="1"/>
          <p:nvPr/>
        </p:nvSpPr>
        <p:spPr>
          <a:xfrm>
            <a:off x="4424807" y="3221523"/>
            <a:ext cx="1763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3:22*</a:t>
            </a:r>
          </a:p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9.13*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AAE7D4C-06DC-C875-8D4C-266DB9E2BFF5}"/>
              </a:ext>
            </a:extLst>
          </p:cNvPr>
          <p:cNvSpPr txBox="1"/>
          <p:nvPr/>
        </p:nvSpPr>
        <p:spPr>
          <a:xfrm>
            <a:off x="6067329" y="3221523"/>
            <a:ext cx="1683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289.5*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BPM</a:t>
            </a:r>
            <a:endParaRPr lang="en-US" altLang="zh-CN" sz="1400" dirty="0">
              <a:solidFill>
                <a:srgbClr val="FFDD55"/>
              </a:solidFill>
              <a:latin typeface="Torus Bold" panose="00000800000000000000" pitchFamily="50" charset="0"/>
            </a:endParaRPr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1,305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EE3F83B-0A6E-2D8C-703A-C25E9B8D2E76}"/>
              </a:ext>
            </a:extLst>
          </p:cNvPr>
          <p:cNvSpPr txBox="1"/>
          <p:nvPr/>
        </p:nvSpPr>
        <p:spPr>
          <a:xfrm>
            <a:off x="4424807" y="3669458"/>
            <a:ext cx="3326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CS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/ AR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10.53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/ OD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10.08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1DAD01D-2857-312F-0142-4ACD47AD3BB9}"/>
              </a:ext>
            </a:extLst>
          </p:cNvPr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2A7142A-AF76-186C-74B5-F37CC4C58BDD}"/>
              </a:ext>
            </a:extLst>
          </p:cNvPr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845B394-2DB6-4BBE-A433-3B99BF390F69}"/>
              </a:ext>
            </a:extLst>
          </p:cNvPr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21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477B98A-65BD-F27B-1116-4647BFCDF045}"/>
              </a:ext>
            </a:extLst>
          </p:cNvPr>
          <p:cNvSpPr txBox="1"/>
          <p:nvPr/>
        </p:nvSpPr>
        <p:spPr>
          <a:xfrm>
            <a:off x="3202907" y="5866293"/>
            <a:ext cx="190019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B15571E-23CB-CB71-CF01-ACDDCC1AD2E3}"/>
              </a:ext>
            </a:extLst>
          </p:cNvPr>
          <p:cNvSpPr txBox="1"/>
          <p:nvPr/>
        </p:nvSpPr>
        <p:spPr>
          <a:xfrm>
            <a:off x="5174767" y="5868303"/>
            <a:ext cx="604126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A2467DA-604C-BE6D-C8EB-8AFD16837C3B}"/>
              </a:ext>
            </a:extLst>
          </p:cNvPr>
          <p:cNvSpPr txBox="1"/>
          <p:nvPr/>
        </p:nvSpPr>
        <p:spPr>
          <a:xfrm>
            <a:off x="4498975" y="5464492"/>
            <a:ext cx="604127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NM4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149CD90-99BC-C479-130C-50E90C4AF996}"/>
              </a:ext>
            </a:extLst>
          </p:cNvPr>
          <p:cNvSpPr txBox="1"/>
          <p:nvPr/>
        </p:nvSpPr>
        <p:spPr>
          <a:xfrm>
            <a:off x="3202906" y="5464492"/>
            <a:ext cx="604127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HD1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060E98F-75D8-5DCD-AAAF-C47990BFEB06}"/>
              </a:ext>
            </a:extLst>
          </p:cNvPr>
          <p:cNvSpPr txBox="1"/>
          <p:nvPr/>
        </p:nvSpPr>
        <p:spPr>
          <a:xfrm>
            <a:off x="3516617" y="6272408"/>
            <a:ext cx="604127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HD2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7CAE062-B876-F8BE-9A7C-8580DD6B3300}"/>
              </a:ext>
            </a:extLst>
          </p:cNvPr>
          <p:cNvSpPr txBox="1"/>
          <p:nvPr/>
        </p:nvSpPr>
        <p:spPr>
          <a:xfrm>
            <a:off x="4188837" y="6272408"/>
            <a:ext cx="604126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F5B04B8-4780-CE6B-3B43-44A644E5780A}"/>
              </a:ext>
            </a:extLst>
          </p:cNvPr>
          <p:cNvSpPr txBox="1"/>
          <p:nvPr/>
        </p:nvSpPr>
        <p:spPr>
          <a:xfrm>
            <a:off x="156210" y="453050"/>
            <a:ext cx="1569644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United States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D9ADB827-0D72-5096-B53E-8558B56D7A9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#2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E19754E-86A9-32E1-F541-79C006D2FD9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3AFFB97-0AA1-A2FF-A43E-DA4C90E509E6}"/>
              </a:ext>
            </a:extLst>
          </p:cNvPr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</a:t>
            </a:r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! World Cup 2025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4CFB11AF-90F1-8EC5-984B-028BC76C5F5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117579" y="463157"/>
            <a:ext cx="891693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Poland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51A00DB-6ECC-68DC-A92F-FAD63B6699A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533EFBE-D2D2-2FBD-B448-7577A5B2F37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D35056E-F548-8B48-3CF2-96FB6047E672}"/>
              </a:ext>
            </a:extLst>
          </p:cNvPr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Grand Finals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02E464B2-A93B-E58F-B050-B54EACF15D0E}"/>
              </a:ext>
            </a:extLst>
          </p:cNvPr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91356A90-2FBB-5227-EBFA-404F43BF47CD}"/>
                </a:ext>
              </a:extLst>
            </p:cNvPr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A7B2AFDE-6800-28FC-D448-AC173E38ED86}"/>
                </a:ext>
              </a:extLst>
            </p:cNvPr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BEC390C6-0B67-1162-35A9-986773496708}"/>
                </a:ext>
              </a:extLst>
            </p:cNvPr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95D12361-41C6-294A-BDBD-68FA89FB673F}"/>
                </a:ext>
              </a:extLst>
            </p:cNvPr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5005A287-82DF-7A2F-A932-CF4F654BB9C5}"/>
                </a:ext>
              </a:extLst>
            </p:cNvPr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12A20810-DA0B-F28C-58F3-C3CA5482BADF}"/>
                </a:ext>
              </a:extLst>
            </p:cNvPr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83F9CA74-743A-37F3-7C5C-216CD3CFCD5D}"/>
                </a:ext>
              </a:extLst>
            </p:cNvPr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5AC10715-F23A-3EDA-E84D-4C0B27BAA730}"/>
              </a:ext>
            </a:extLst>
          </p:cNvPr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3E9BB5B6-80CD-0FDB-9047-9AFADDE216D4}"/>
                </a:ext>
              </a:extLst>
            </p:cNvPr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B0AC20D9-0C3B-9658-4795-5C6AA08B48BE}"/>
                </a:ext>
              </a:extLst>
            </p:cNvPr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EFCD187B-78DC-406F-63CC-EF7CEBA2654F}"/>
                </a:ext>
              </a:extLst>
            </p:cNvPr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7D9B27EE-6F34-F02E-E6F7-70B149D4C93A}"/>
                </a:ext>
              </a:extLst>
            </p:cNvPr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0D4584ED-F743-900C-3234-E03FA4FF2EEB}"/>
                </a:ext>
              </a:extLst>
            </p:cNvPr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2FA09EEF-2580-53DF-D508-C461381B26D3}"/>
                </a:ext>
              </a:extLst>
            </p:cNvPr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5DA50FF3-560A-D3C8-9190-4C32EF4179E8}"/>
                </a:ext>
              </a:extLst>
            </p:cNvPr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C5062EEC-8E36-0469-F28D-5758B412D1F8}"/>
              </a:ext>
            </a:extLst>
          </p:cNvPr>
          <p:cNvSpPr txBox="1"/>
          <p:nvPr/>
        </p:nvSpPr>
        <p:spPr>
          <a:xfrm>
            <a:off x="3740229" y="820420"/>
            <a:ext cx="47115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Bracket Reset | Best of 13 | Sun 14 Dec @20:10(UTC+0)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D341209-A712-0E50-CC09-EA65801381FF}"/>
              </a:ext>
            </a:extLst>
          </p:cNvPr>
          <p:cNvSpPr/>
          <p:nvPr/>
        </p:nvSpPr>
        <p:spPr>
          <a:xfrm>
            <a:off x="5173242" y="6206857"/>
            <a:ext cx="604126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11AA0790-D2C4-9464-95BF-73CA66238450}"/>
              </a:ext>
            </a:extLst>
          </p:cNvPr>
          <p:cNvSpPr txBox="1"/>
          <p:nvPr/>
        </p:nvSpPr>
        <p:spPr>
          <a:xfrm>
            <a:off x="5116072" y="6193471"/>
            <a:ext cx="71846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+29,338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5AAC5E-BA74-7EA6-B4C8-833C2770972F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3" y="1706491"/>
            <a:ext cx="519552" cy="486131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ED504936-F08B-6D37-6610-BD46BABF114A}"/>
              </a:ext>
            </a:extLst>
          </p:cNvPr>
          <p:cNvGrpSpPr/>
          <p:nvPr/>
        </p:nvGrpSpPr>
        <p:grpSpPr>
          <a:xfrm>
            <a:off x="487946" y="2119071"/>
            <a:ext cx="11267643" cy="838274"/>
            <a:chOff x="487946" y="1333254"/>
            <a:chExt cx="11267643" cy="838274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CC3240E-6125-AE0A-11A5-282A7E50640D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580,827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F3CBC2C2-EE08-7EA6-4F16-E7005BF60C83}"/>
                </a:ext>
              </a:extLst>
            </p:cNvPr>
            <p:cNvGrpSpPr/>
            <p:nvPr/>
          </p:nvGrpSpPr>
          <p:grpSpPr>
            <a:xfrm>
              <a:off x="487946" y="1333254"/>
              <a:ext cx="1482882" cy="400110"/>
              <a:chOff x="487946" y="1333254"/>
              <a:chExt cx="1482882" cy="400110"/>
            </a:xfrm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78B8795-AEDE-78CA-DF9B-A8A72A8B820B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1865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decaten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CE487B6E-4488-B7C3-F422-E9B08506C99F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03BC7D6-86B9-857E-8609-AC79CFEA48EA}"/>
                </a:ext>
              </a:extLst>
            </p:cNvPr>
            <p:cNvSpPr txBox="1"/>
            <p:nvPr/>
          </p:nvSpPr>
          <p:spPr>
            <a:xfrm>
              <a:off x="10388441" y="1333254"/>
              <a:ext cx="10615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 err="1">
                  <a:solidFill>
                    <a:srgbClr val="FF66AB"/>
                  </a:solidFill>
                  <a:latin typeface="Torus Bold" panose="00000800000000000000" pitchFamily="50" charset="0"/>
                </a:rPr>
                <a:t>gnahus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4D61984-D286-512E-2142-DA81B5463BF4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94016F7-3A4D-CE1F-C868-291764D8CC34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532,679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7FE8B7C6-A94D-1219-3B08-FD02B4068C47}"/>
              </a:ext>
            </a:extLst>
          </p:cNvPr>
          <p:cNvGrpSpPr/>
          <p:nvPr/>
        </p:nvGrpSpPr>
        <p:grpSpPr>
          <a:xfrm>
            <a:off x="487938" y="3658169"/>
            <a:ext cx="11267643" cy="838274"/>
            <a:chOff x="487946" y="1333254"/>
            <a:chExt cx="11267643" cy="838274"/>
          </a:xfrm>
        </p:grpSpPr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FCC027DA-6F68-3E06-63A5-C094208C2752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462,813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1F5A17D3-9E92-F626-4D11-8B35BF7007EF}"/>
                </a:ext>
              </a:extLst>
            </p:cNvPr>
            <p:cNvGrpSpPr/>
            <p:nvPr/>
          </p:nvGrpSpPr>
          <p:grpSpPr>
            <a:xfrm>
              <a:off x="487946" y="1333254"/>
              <a:ext cx="1880427" cy="400110"/>
              <a:chOff x="487946" y="1333254"/>
              <a:chExt cx="1880427" cy="400110"/>
            </a:xfrm>
          </p:grpSpPr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936E6AC1-D9BD-0377-782A-30962F7244B7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5840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WindowLife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AA20243D-339F-43BC-5148-C3A0DD68B33B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</a:p>
            </p:txBody>
          </p:sp>
        </p:grp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F5E550A7-D314-98C5-9C06-180EB58142D9}"/>
                </a:ext>
              </a:extLst>
            </p:cNvPr>
            <p:cNvSpPr txBox="1"/>
            <p:nvPr/>
          </p:nvSpPr>
          <p:spPr>
            <a:xfrm>
              <a:off x="9673502" y="1333254"/>
              <a:ext cx="17764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MALISZEWSKI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EC0F1FEB-8B36-10A0-0557-BC322F5F531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3</a:t>
              </a: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6844DF8B-8621-2C65-EF62-82872D59CD4B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529,555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7BF4FB21-FBC7-F817-6095-377898BFB87B}"/>
              </a:ext>
            </a:extLst>
          </p:cNvPr>
          <p:cNvGrpSpPr/>
          <p:nvPr/>
        </p:nvGrpSpPr>
        <p:grpSpPr>
          <a:xfrm>
            <a:off x="487949" y="4443994"/>
            <a:ext cx="11267643" cy="838274"/>
            <a:chOff x="487946" y="1333254"/>
            <a:chExt cx="11267643" cy="838274"/>
          </a:xfrm>
        </p:grpSpPr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2B5B54F7-022D-81D5-8172-8C9B6DCC0F1A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452,715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5515DAFD-0F15-E436-4518-55793ABDC5B1}"/>
                </a:ext>
              </a:extLst>
            </p:cNvPr>
            <p:cNvGrpSpPr/>
            <p:nvPr/>
          </p:nvGrpSpPr>
          <p:grpSpPr>
            <a:xfrm>
              <a:off x="487946" y="1333254"/>
              <a:ext cx="1333802" cy="400110"/>
              <a:chOff x="487946" y="1333254"/>
              <a:chExt cx="1333802" cy="400110"/>
            </a:xfrm>
          </p:grpSpPr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0562E108-54B2-013C-6572-67BC67F7BE96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03746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tekkito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9D934325-43FA-47E7-66B6-0B374E213847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4</a:t>
                </a:r>
              </a:p>
            </p:txBody>
          </p:sp>
        </p:grp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8FF0C113-74D2-68DF-6ACC-13B966C27058}"/>
                </a:ext>
              </a:extLst>
            </p:cNvPr>
            <p:cNvSpPr txBox="1"/>
            <p:nvPr/>
          </p:nvSpPr>
          <p:spPr>
            <a:xfrm>
              <a:off x="10651333" y="1333254"/>
              <a:ext cx="7986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Rafis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6A319C5C-2EC0-3907-84F9-B0E0A9AC38FD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4</a:t>
              </a: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5AA51DFE-12FC-AEBF-415C-8EF398B3B634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307,260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pic>
        <p:nvPicPr>
          <p:cNvPr id="124" name="图片 123">
            <a:extLst>
              <a:ext uri="{FF2B5EF4-FFF2-40B4-BE49-F238E27FC236}">
                <a16:creationId xmlns:a16="http://schemas.microsoft.com/office/drawing/2014/main" id="{659B0505-2E05-B19B-8133-51C50D245DDB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3" y="2492308"/>
            <a:ext cx="519552" cy="486131"/>
          </a:xfrm>
          <a:prstGeom prst="rect">
            <a:avLst/>
          </a:prstGeom>
        </p:spPr>
      </p:pic>
      <p:pic>
        <p:nvPicPr>
          <p:cNvPr id="127" name="图片 126">
            <a:extLst>
              <a:ext uri="{FF2B5EF4-FFF2-40B4-BE49-F238E27FC236}">
                <a16:creationId xmlns:a16="http://schemas.microsoft.com/office/drawing/2014/main" id="{987A9482-49FA-70D4-3F5A-C3CF8B8ADDAD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18" y="4029865"/>
            <a:ext cx="519552" cy="486131"/>
          </a:xfrm>
          <a:prstGeom prst="rect">
            <a:avLst/>
          </a:prstGeom>
        </p:spPr>
      </p:pic>
      <p:pic>
        <p:nvPicPr>
          <p:cNvPr id="132" name="图片 131">
            <a:extLst>
              <a:ext uri="{FF2B5EF4-FFF2-40B4-BE49-F238E27FC236}">
                <a16:creationId xmlns:a16="http://schemas.microsoft.com/office/drawing/2014/main" id="{61CC63B1-0C05-378C-632D-0BEC162DA65A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9" y="4814800"/>
            <a:ext cx="519552" cy="486131"/>
          </a:xfrm>
          <a:prstGeom prst="rect">
            <a:avLst/>
          </a:prstGeom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A2F970AD-8AE4-4829-0476-BE33BC4243EF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1" y="1711473"/>
            <a:ext cx="519552" cy="486131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FB2CF8A-3D97-B367-992E-2B376302AC80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1" y="2497290"/>
            <a:ext cx="519552" cy="486131"/>
          </a:xfrm>
          <a:prstGeom prst="rect">
            <a:avLst/>
          </a:prstGeom>
        </p:spPr>
      </p:pic>
      <p:pic>
        <p:nvPicPr>
          <p:cNvPr id="135" name="图片 134">
            <a:extLst>
              <a:ext uri="{FF2B5EF4-FFF2-40B4-BE49-F238E27FC236}">
                <a16:creationId xmlns:a16="http://schemas.microsoft.com/office/drawing/2014/main" id="{EB644AE1-5480-7702-61A4-F768843C1CF9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016" y="4034847"/>
            <a:ext cx="519552" cy="486131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4B440A31-A547-7CCC-F6AB-EFC5000A89CF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7" y="4819782"/>
            <a:ext cx="519552" cy="4861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21617B9-28E4-12E3-DF77-A01F5C725C20}"/>
              </a:ext>
            </a:extLst>
          </p:cNvPr>
          <p:cNvSpPr txBox="1"/>
          <p:nvPr/>
        </p:nvSpPr>
        <p:spPr>
          <a:xfrm>
            <a:off x="413557" y="2842815"/>
            <a:ext cx="649537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GREAT: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OK: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MEH: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MISS:</a:t>
            </a:r>
            <a:endParaRPr lang="zh-CN" altLang="en-US" sz="1100" dirty="0">
              <a:solidFill>
                <a:srgbClr val="D9A6BD"/>
              </a:solidFill>
              <a:latin typeface="Torus" panose="00000500000000000000" pitchFamily="50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CECBFB-415C-AD9D-C6CA-08CF7283EE94}"/>
              </a:ext>
            </a:extLst>
          </p:cNvPr>
          <p:cNvSpPr txBox="1"/>
          <p:nvPr/>
        </p:nvSpPr>
        <p:spPr>
          <a:xfrm>
            <a:off x="967919" y="2844042"/>
            <a:ext cx="471604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1278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20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0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7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7B6175-9879-4529-2455-1A4F4F8C9959}"/>
              </a:ext>
            </a:extLst>
          </p:cNvPr>
          <p:cNvSpPr txBox="1"/>
          <p:nvPr/>
        </p:nvSpPr>
        <p:spPr>
          <a:xfrm>
            <a:off x="1659400" y="2894013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MAX COMBO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714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71DE48B-4CDC-13E0-B51C-D45799619F25}"/>
              </a:ext>
            </a:extLst>
          </p:cNvPr>
          <p:cNvSpPr txBox="1"/>
          <p:nvPr/>
        </p:nvSpPr>
        <p:spPr>
          <a:xfrm>
            <a:off x="1667753" y="3232926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ACCURACY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98.44%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FB29DAD-8709-CA7A-EC3E-24CFCAE738B5}"/>
              </a:ext>
            </a:extLst>
          </p:cNvPr>
          <p:cNvSpPr txBox="1"/>
          <p:nvPr/>
        </p:nvSpPr>
        <p:spPr>
          <a:xfrm>
            <a:off x="10707173" y="2858932"/>
            <a:ext cx="649537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GREAT: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OK: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MEH: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MISS:</a:t>
            </a:r>
            <a:endParaRPr lang="zh-CN" altLang="en-US" sz="1100" dirty="0">
              <a:solidFill>
                <a:srgbClr val="D9A6BD"/>
              </a:solidFill>
              <a:latin typeface="Torus" panose="00000500000000000000" pitchFamily="50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2FB5E60-15CC-1BB1-842B-24D91D29A028}"/>
              </a:ext>
            </a:extLst>
          </p:cNvPr>
          <p:cNvSpPr txBox="1"/>
          <p:nvPr/>
        </p:nvSpPr>
        <p:spPr>
          <a:xfrm>
            <a:off x="11261535" y="2860159"/>
            <a:ext cx="489236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1286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17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30252DE-63A6-6129-882D-F730796526A9}"/>
              </a:ext>
            </a:extLst>
          </p:cNvPr>
          <p:cNvSpPr txBox="1"/>
          <p:nvPr/>
        </p:nvSpPr>
        <p:spPr>
          <a:xfrm>
            <a:off x="8139910" y="2880220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MAX COMBO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1,223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F85D0FC-4FA2-55C0-CC07-DEB693339192}"/>
              </a:ext>
            </a:extLst>
          </p:cNvPr>
          <p:cNvSpPr txBox="1"/>
          <p:nvPr/>
        </p:nvSpPr>
        <p:spPr>
          <a:xfrm>
            <a:off x="8148263" y="3219133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ACCURACY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98.99%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3F754E8F-4E5A-E61B-F394-DA0D8A21D78F}"/>
              </a:ext>
            </a:extLst>
          </p:cNvPr>
          <p:cNvGrpSpPr/>
          <p:nvPr/>
        </p:nvGrpSpPr>
        <p:grpSpPr>
          <a:xfrm>
            <a:off x="354331" y="2121961"/>
            <a:ext cx="11503887" cy="1521465"/>
            <a:chOff x="354331" y="1332321"/>
            <a:chExt cx="11503887" cy="1521465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EC19967-FD82-FD16-7774-5C41A4359717}"/>
                </a:ext>
              </a:extLst>
            </p:cNvPr>
            <p:cNvSpPr/>
            <p:nvPr/>
          </p:nvSpPr>
          <p:spPr>
            <a:xfrm>
              <a:off x="354331" y="1333253"/>
              <a:ext cx="3711184" cy="1520533"/>
            </a:xfrm>
            <a:prstGeom prst="rect">
              <a:avLst/>
            </a:prstGeom>
            <a:noFill/>
            <a:ln w="28575">
              <a:solidFill>
                <a:srgbClr val="AB14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43AC305E-8644-C19B-0480-846294E126B8}"/>
                </a:ext>
              </a:extLst>
            </p:cNvPr>
            <p:cNvSpPr/>
            <p:nvPr/>
          </p:nvSpPr>
          <p:spPr>
            <a:xfrm>
              <a:off x="8147034" y="1332321"/>
              <a:ext cx="3711184" cy="1520533"/>
            </a:xfrm>
            <a:prstGeom prst="rect">
              <a:avLst/>
            </a:prstGeom>
            <a:noFill/>
            <a:ln w="28575"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9736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44DD38-2155-643E-7D92-848B5F77C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352274A-1ACB-A060-B3B3-AC70566E2742}"/>
              </a:ext>
            </a:extLst>
          </p:cNvPr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C92967E-2791-A843-E15D-A3DA8AEA519D}"/>
              </a:ext>
            </a:extLst>
          </p:cNvPr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37701E3-A6B4-A041-96BA-2D4A82245680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>
                <a:alpha val="60000"/>
              </a:srgbClr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2,167,769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0279DA0-3E27-7383-5F1E-86EED9EB9A07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2,197,107</a:t>
              </a:r>
            </a:p>
          </p:txBody>
        </p:sp>
      </p:grpSp>
      <p:sp>
        <p:nvSpPr>
          <p:cNvPr id="126" name="文本框 125">
            <a:extLst>
              <a:ext uri="{FF2B5EF4-FFF2-40B4-BE49-F238E27FC236}">
                <a16:creationId xmlns:a16="http://schemas.microsoft.com/office/drawing/2014/main" id="{23D878B5-8AC9-A5FA-3CB8-C880C7BE9D38}"/>
              </a:ext>
            </a:extLst>
          </p:cNvPr>
          <p:cNvSpPr txBox="1"/>
          <p:nvPr/>
        </p:nvSpPr>
        <p:spPr>
          <a:xfrm>
            <a:off x="7126421" y="4362559"/>
            <a:ext cx="71846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+29,338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05D72FC7-272A-AB1F-FA83-09753F674B9B}"/>
              </a:ext>
            </a:extLst>
          </p:cNvPr>
          <p:cNvGrpSpPr/>
          <p:nvPr/>
        </p:nvGrpSpPr>
        <p:grpSpPr>
          <a:xfrm>
            <a:off x="487946" y="1333254"/>
            <a:ext cx="11267643" cy="838274"/>
            <a:chOff x="487946" y="1333254"/>
            <a:chExt cx="11267643" cy="838274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02467DD-042E-2078-4021-56562CAB191D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671,414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9B72A690-B9E9-F129-9E3A-58DAFECFBC6A}"/>
                </a:ext>
              </a:extLst>
            </p:cNvPr>
            <p:cNvGrpSpPr/>
            <p:nvPr/>
          </p:nvGrpSpPr>
          <p:grpSpPr>
            <a:xfrm>
              <a:off x="487946" y="1333254"/>
              <a:ext cx="1026026" cy="400110"/>
              <a:chOff x="487946" y="1333254"/>
              <a:chExt cx="1026026" cy="400110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D4748B7C-3326-6B5E-93FA-132EE52490BB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7296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Pezz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E2212A20-4925-3401-3EF8-CF6BEF33E3D1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</a:p>
            </p:txBody>
          </p: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BCB84EBA-18E6-5F9B-3A68-59041240B48D}"/>
                </a:ext>
              </a:extLst>
            </p:cNvPr>
            <p:cNvSpPr txBox="1"/>
            <p:nvPr/>
          </p:nvSpPr>
          <p:spPr>
            <a:xfrm>
              <a:off x="10526300" y="1333254"/>
              <a:ext cx="9236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 err="1">
                  <a:solidFill>
                    <a:srgbClr val="FF66AB"/>
                  </a:solidFill>
                  <a:latin typeface="Torus Bold" panose="00000800000000000000" pitchFamily="50" charset="0"/>
                </a:rPr>
                <a:t>milosz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0F1C2143-341E-CD29-7C64-0D4FCA94ACA7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96581783-8DDF-E07A-A9FD-C05812A2A4BC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827,613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E81B275C-F984-7790-B4A7-9DA5F2A2420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24808" y="1309823"/>
            <a:ext cx="3326434" cy="92400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A4610ED0-3318-34F3-025E-F6B97C44F178}"/>
              </a:ext>
            </a:extLst>
          </p:cNvPr>
          <p:cNvSpPr txBox="1"/>
          <p:nvPr/>
        </p:nvSpPr>
        <p:spPr>
          <a:xfrm>
            <a:off x="7126421" y="1306362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E94C11-A953-04D9-82B2-E0120ED5B3E4}"/>
              </a:ext>
            </a:extLst>
          </p:cNvPr>
          <p:cNvSpPr txBox="1"/>
          <p:nvPr/>
        </p:nvSpPr>
        <p:spPr>
          <a:xfrm>
            <a:off x="4424807" y="2281500"/>
            <a:ext cx="3326434" cy="815608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Torus Bold" panose="00000800000000000000" pitchFamily="50" charset="0"/>
              </a:rPr>
              <a:t>fhana</a:t>
            </a:r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 - Wonder Stella [Marvel]</a:t>
            </a:r>
          </a:p>
          <a:p>
            <a:pPr algn="r"/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</a:t>
            </a:r>
            <a:r>
              <a:rPr lang="en-US" altLang="zh-CN" sz="1100" dirty="0" err="1">
                <a:solidFill>
                  <a:schemeClr val="bg1"/>
                </a:solidFill>
                <a:latin typeface="Torus Bold" panose="00000800000000000000" pitchFamily="50" charset="0"/>
              </a:rPr>
              <a:t>sukiNathan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788E764-A0DE-D990-2884-A7024B553BEA}"/>
              </a:ext>
            </a:extLst>
          </p:cNvPr>
          <p:cNvSpPr txBox="1"/>
          <p:nvPr/>
        </p:nvSpPr>
        <p:spPr>
          <a:xfrm>
            <a:off x="4424807" y="3221523"/>
            <a:ext cx="1763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3:22*</a:t>
            </a:r>
          </a:p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9.13*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97F586A-C023-8EF1-4F66-417F275058B9}"/>
              </a:ext>
            </a:extLst>
          </p:cNvPr>
          <p:cNvSpPr txBox="1"/>
          <p:nvPr/>
        </p:nvSpPr>
        <p:spPr>
          <a:xfrm>
            <a:off x="6067329" y="3221523"/>
            <a:ext cx="1683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289.5*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BPM</a:t>
            </a:r>
            <a:endParaRPr lang="en-US" altLang="zh-CN" sz="1400" dirty="0">
              <a:solidFill>
                <a:srgbClr val="FFDD55"/>
              </a:solidFill>
              <a:latin typeface="Torus Bold" panose="00000800000000000000" pitchFamily="50" charset="0"/>
            </a:endParaRPr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1,305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3E27655-502B-2CA2-2B66-E14CA3B2C061}"/>
              </a:ext>
            </a:extLst>
          </p:cNvPr>
          <p:cNvSpPr txBox="1"/>
          <p:nvPr/>
        </p:nvSpPr>
        <p:spPr>
          <a:xfrm>
            <a:off x="4424807" y="3669458"/>
            <a:ext cx="3326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CS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/ AR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10.53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/ OD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10.08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8343323-EFA0-C6D4-3DB9-10C2F53CA0E4}"/>
              </a:ext>
            </a:extLst>
          </p:cNvPr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A26080B-920F-99F3-55AB-F14A7A8BC0D3}"/>
              </a:ext>
            </a:extLst>
          </p:cNvPr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B9813BD-F0BB-02BC-01A1-56704F22A6F7}"/>
              </a:ext>
            </a:extLst>
          </p:cNvPr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21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2DB7754-782C-D0E5-FA54-925791D966B8}"/>
              </a:ext>
            </a:extLst>
          </p:cNvPr>
          <p:cNvSpPr txBox="1"/>
          <p:nvPr/>
        </p:nvSpPr>
        <p:spPr>
          <a:xfrm>
            <a:off x="3202907" y="5866293"/>
            <a:ext cx="190019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2CED328-DAEC-5FDB-EB49-9F9EB3DA46EF}"/>
              </a:ext>
            </a:extLst>
          </p:cNvPr>
          <p:cNvSpPr txBox="1"/>
          <p:nvPr/>
        </p:nvSpPr>
        <p:spPr>
          <a:xfrm>
            <a:off x="5174767" y="5868303"/>
            <a:ext cx="604126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D70B51F-559E-F9B6-9795-29B514C0BF00}"/>
              </a:ext>
            </a:extLst>
          </p:cNvPr>
          <p:cNvSpPr txBox="1"/>
          <p:nvPr/>
        </p:nvSpPr>
        <p:spPr>
          <a:xfrm>
            <a:off x="4498975" y="5464492"/>
            <a:ext cx="604127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NM4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5462C14-E061-2126-694B-25824F3F8EFA}"/>
              </a:ext>
            </a:extLst>
          </p:cNvPr>
          <p:cNvSpPr txBox="1"/>
          <p:nvPr/>
        </p:nvSpPr>
        <p:spPr>
          <a:xfrm>
            <a:off x="3202906" y="5464492"/>
            <a:ext cx="604127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HD1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EE9C74FD-3C44-C7C3-4F0F-69C7A6928B61}"/>
              </a:ext>
            </a:extLst>
          </p:cNvPr>
          <p:cNvSpPr txBox="1"/>
          <p:nvPr/>
        </p:nvSpPr>
        <p:spPr>
          <a:xfrm>
            <a:off x="3516617" y="6272408"/>
            <a:ext cx="604127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HD2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EA08BA3-9872-4443-C269-6D6A1CDB4B3B}"/>
              </a:ext>
            </a:extLst>
          </p:cNvPr>
          <p:cNvSpPr txBox="1"/>
          <p:nvPr/>
        </p:nvSpPr>
        <p:spPr>
          <a:xfrm>
            <a:off x="4188837" y="6272408"/>
            <a:ext cx="604126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B78FFD7-9CC8-F496-EE6F-CD810A24FF4F}"/>
              </a:ext>
            </a:extLst>
          </p:cNvPr>
          <p:cNvSpPr txBox="1"/>
          <p:nvPr/>
        </p:nvSpPr>
        <p:spPr>
          <a:xfrm>
            <a:off x="156210" y="453050"/>
            <a:ext cx="1569644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United States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C38A6F3-E26F-0873-8EA9-3EB3CC11D8E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#2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0D22DCD-D567-3FCB-3CF5-34239494A14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F8FE419-A667-C258-1E3C-E305D7A04736}"/>
              </a:ext>
            </a:extLst>
          </p:cNvPr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</a:t>
            </a:r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! World Cup 2025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602D2D7-E7E3-238E-1496-D8A4F8BE743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117579" y="463157"/>
            <a:ext cx="891693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Poland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02E2FE5-A033-8CDE-86F2-E7D9F170A95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408CF333-6D51-6FCE-D4B9-9E9A3729EEE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5470429E-C328-94BA-B26D-90A42E790E84}"/>
              </a:ext>
            </a:extLst>
          </p:cNvPr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Grand Finals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57EB7791-F798-52B2-D608-C6CED72A13CC}"/>
              </a:ext>
            </a:extLst>
          </p:cNvPr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61EEF237-8551-1C08-8D82-5019FE63226A}"/>
                </a:ext>
              </a:extLst>
            </p:cNvPr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5A5F48E-E64B-07A0-B53F-E69AAF8DC97A}"/>
                </a:ext>
              </a:extLst>
            </p:cNvPr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FEA1AAE8-A7C2-BD18-CDAD-170FA6F55E20}"/>
                </a:ext>
              </a:extLst>
            </p:cNvPr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65E1022A-D06B-7D3E-8903-C9418A5D25AA}"/>
                </a:ext>
              </a:extLst>
            </p:cNvPr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77EC4E38-9885-F9B1-8461-2BEAA21D6935}"/>
                </a:ext>
              </a:extLst>
            </p:cNvPr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6030E726-606A-34FD-3222-258F981A0CC3}"/>
                </a:ext>
              </a:extLst>
            </p:cNvPr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42BBE31D-E935-9C98-1D1B-B13A066DA8EC}"/>
                </a:ext>
              </a:extLst>
            </p:cNvPr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F5EEB252-CB0B-50A6-D788-BBDE6652F5A9}"/>
              </a:ext>
            </a:extLst>
          </p:cNvPr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65139089-855F-BE71-4021-17B06FB6645F}"/>
                </a:ext>
              </a:extLst>
            </p:cNvPr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DC23B29B-6A4F-2E4D-1803-A05F17FD7707}"/>
                </a:ext>
              </a:extLst>
            </p:cNvPr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A9E26CA7-507D-34E9-5D49-C927880590CE}"/>
                </a:ext>
              </a:extLst>
            </p:cNvPr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2CE5EE11-2418-749B-4488-4D48900F2148}"/>
                </a:ext>
              </a:extLst>
            </p:cNvPr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21D7EC60-DB21-F1F0-467F-71F94C82AD52}"/>
                </a:ext>
              </a:extLst>
            </p:cNvPr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4F1BC413-0BB1-3D79-C63E-A853CBDF23BA}"/>
                </a:ext>
              </a:extLst>
            </p:cNvPr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A54E3873-C6C1-8A23-1BCB-566E37D5B259}"/>
                </a:ext>
              </a:extLst>
            </p:cNvPr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DC1C9F4E-F8A2-2B1B-C3E0-501220DF606F}"/>
              </a:ext>
            </a:extLst>
          </p:cNvPr>
          <p:cNvSpPr txBox="1"/>
          <p:nvPr/>
        </p:nvSpPr>
        <p:spPr>
          <a:xfrm>
            <a:off x="3740229" y="820420"/>
            <a:ext cx="47115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Bracket Reset | Best of 13 | Sun 14 Dec @20:10(UTC+0)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8BF8CB98-A86A-1C61-B657-C6972A25DD14}"/>
              </a:ext>
            </a:extLst>
          </p:cNvPr>
          <p:cNvSpPr/>
          <p:nvPr/>
        </p:nvSpPr>
        <p:spPr>
          <a:xfrm>
            <a:off x="5173242" y="6206857"/>
            <a:ext cx="604126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170740F0-983B-BC35-675A-5C55C0D274A2}"/>
              </a:ext>
            </a:extLst>
          </p:cNvPr>
          <p:cNvSpPr txBox="1"/>
          <p:nvPr/>
        </p:nvSpPr>
        <p:spPr>
          <a:xfrm>
            <a:off x="5116072" y="6193471"/>
            <a:ext cx="71846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+29,338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4D92EFE-DA11-345E-982C-98EDA47E936F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3" y="1706491"/>
            <a:ext cx="519552" cy="486131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E6086319-62B1-8A04-2948-872DB3F342F0}"/>
              </a:ext>
            </a:extLst>
          </p:cNvPr>
          <p:cNvGrpSpPr/>
          <p:nvPr/>
        </p:nvGrpSpPr>
        <p:grpSpPr>
          <a:xfrm>
            <a:off x="487946" y="2119071"/>
            <a:ext cx="11267643" cy="838274"/>
            <a:chOff x="487946" y="1333254"/>
            <a:chExt cx="11267643" cy="838274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DDB86D9-571B-250A-E88E-235715C75977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580,827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3A4FC71-6FDC-73B6-2F5E-912110251B95}"/>
                </a:ext>
              </a:extLst>
            </p:cNvPr>
            <p:cNvGrpSpPr/>
            <p:nvPr/>
          </p:nvGrpSpPr>
          <p:grpSpPr>
            <a:xfrm>
              <a:off x="487946" y="1333254"/>
              <a:ext cx="1482882" cy="400110"/>
              <a:chOff x="487946" y="1333254"/>
              <a:chExt cx="1482882" cy="400110"/>
            </a:xfrm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4DCE30D-923A-7549-B84B-AF6C17987F0A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1865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decaten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2C786F0-B753-627C-7354-071416A01E6A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7F569AD-079F-D08A-A928-86D5FFC8F84B}"/>
                </a:ext>
              </a:extLst>
            </p:cNvPr>
            <p:cNvSpPr txBox="1"/>
            <p:nvPr/>
          </p:nvSpPr>
          <p:spPr>
            <a:xfrm>
              <a:off x="10388441" y="1333254"/>
              <a:ext cx="10615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 err="1">
                  <a:solidFill>
                    <a:srgbClr val="FF66AB"/>
                  </a:solidFill>
                  <a:latin typeface="Torus Bold" panose="00000800000000000000" pitchFamily="50" charset="0"/>
                </a:rPr>
                <a:t>gnahus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8A716D0-25BE-A5D8-E07D-9B8681061F82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CFB0D08-B7A7-EFE2-68C6-9278F2898249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532,679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11738094-2CF9-2A79-0B8A-33BBCCAE097E}"/>
              </a:ext>
            </a:extLst>
          </p:cNvPr>
          <p:cNvGrpSpPr/>
          <p:nvPr/>
        </p:nvGrpSpPr>
        <p:grpSpPr>
          <a:xfrm>
            <a:off x="487949" y="4443994"/>
            <a:ext cx="11267643" cy="838274"/>
            <a:chOff x="487946" y="1333254"/>
            <a:chExt cx="11267643" cy="838274"/>
          </a:xfrm>
        </p:grpSpPr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3F5881EA-558C-9AEB-647A-5C8EA0D78505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452,715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C0E4ACCA-A9A4-BF22-7E3A-D0A4B133C31A}"/>
                </a:ext>
              </a:extLst>
            </p:cNvPr>
            <p:cNvGrpSpPr/>
            <p:nvPr/>
          </p:nvGrpSpPr>
          <p:grpSpPr>
            <a:xfrm>
              <a:off x="487946" y="1333254"/>
              <a:ext cx="1333802" cy="400110"/>
              <a:chOff x="487946" y="1333254"/>
              <a:chExt cx="1333802" cy="400110"/>
            </a:xfrm>
          </p:grpSpPr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81C8D1E1-F380-D19C-1D9F-D9128C171B97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03746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tekkito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581C2941-BC5A-FAE2-BB9D-35B51FBDDFB5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4</a:t>
                </a:r>
              </a:p>
            </p:txBody>
          </p:sp>
        </p:grp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16A41ED4-A362-3E34-CBBA-968DE8B854C5}"/>
                </a:ext>
              </a:extLst>
            </p:cNvPr>
            <p:cNvSpPr txBox="1"/>
            <p:nvPr/>
          </p:nvSpPr>
          <p:spPr>
            <a:xfrm>
              <a:off x="10651333" y="1333254"/>
              <a:ext cx="7986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Rafis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FA5FA1E7-F789-F235-4A81-3B62CAE3E08D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4</a:t>
              </a: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8B2BE756-F7AF-1971-2EDE-F297E6C875DB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307,260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pic>
        <p:nvPicPr>
          <p:cNvPr id="124" name="图片 123">
            <a:extLst>
              <a:ext uri="{FF2B5EF4-FFF2-40B4-BE49-F238E27FC236}">
                <a16:creationId xmlns:a16="http://schemas.microsoft.com/office/drawing/2014/main" id="{00ADE5EA-CEE7-779E-C4AC-E06C1E0CB07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3" y="2492308"/>
            <a:ext cx="519552" cy="486131"/>
          </a:xfrm>
          <a:prstGeom prst="rect">
            <a:avLst/>
          </a:prstGeom>
        </p:spPr>
      </p:pic>
      <p:pic>
        <p:nvPicPr>
          <p:cNvPr id="132" name="图片 131">
            <a:extLst>
              <a:ext uri="{FF2B5EF4-FFF2-40B4-BE49-F238E27FC236}">
                <a16:creationId xmlns:a16="http://schemas.microsoft.com/office/drawing/2014/main" id="{7C4B8480-DBF7-7035-0650-1B5334ACBB92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9" y="4814800"/>
            <a:ext cx="519552" cy="486131"/>
          </a:xfrm>
          <a:prstGeom prst="rect">
            <a:avLst/>
          </a:prstGeom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65D2F774-0272-8548-864F-BE4E019E452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1" y="1711473"/>
            <a:ext cx="519552" cy="486131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6ED9FD65-1E4F-0A1F-2DD6-8F3AF4E7344E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1" y="2497290"/>
            <a:ext cx="519552" cy="486131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54E363A7-696C-8D7B-75BD-84263D657DDF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7" y="4819782"/>
            <a:ext cx="519552" cy="4861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ADE6EBE-2FDE-91CC-3EAF-3BBE0E581964}"/>
              </a:ext>
            </a:extLst>
          </p:cNvPr>
          <p:cNvSpPr txBox="1"/>
          <p:nvPr/>
        </p:nvSpPr>
        <p:spPr>
          <a:xfrm>
            <a:off x="413557" y="3632455"/>
            <a:ext cx="649537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GREAT: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OK: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MEH: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MISS:</a:t>
            </a:r>
            <a:endParaRPr lang="zh-CN" altLang="en-US" sz="1100" dirty="0">
              <a:solidFill>
                <a:srgbClr val="D9A6BD"/>
              </a:solidFill>
              <a:latin typeface="Torus" panose="00000500000000000000" pitchFamily="50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BB9800B-969D-71F4-E010-30CFD935C3B2}"/>
              </a:ext>
            </a:extLst>
          </p:cNvPr>
          <p:cNvSpPr txBox="1"/>
          <p:nvPr/>
        </p:nvSpPr>
        <p:spPr>
          <a:xfrm>
            <a:off x="967919" y="3633682"/>
            <a:ext cx="489236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1249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47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3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6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C9FA85-106E-4F59-1FA3-67CC21E59231}"/>
              </a:ext>
            </a:extLst>
          </p:cNvPr>
          <p:cNvSpPr txBox="1"/>
          <p:nvPr/>
        </p:nvSpPr>
        <p:spPr>
          <a:xfrm>
            <a:off x="1659400" y="3683653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MAX COMBO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520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200E85-5AA3-FEAD-3F12-33FEE23D1D59}"/>
              </a:ext>
            </a:extLst>
          </p:cNvPr>
          <p:cNvSpPr txBox="1"/>
          <p:nvPr/>
        </p:nvSpPr>
        <p:spPr>
          <a:xfrm>
            <a:off x="1667753" y="4022566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ACCURACY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96.95%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0A0A76-F51C-83F0-C83A-AC87994F67C6}"/>
              </a:ext>
            </a:extLst>
          </p:cNvPr>
          <p:cNvSpPr txBox="1"/>
          <p:nvPr/>
        </p:nvSpPr>
        <p:spPr>
          <a:xfrm>
            <a:off x="10707173" y="3648572"/>
            <a:ext cx="649537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GREAT: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OK: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MEH: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MISS:</a:t>
            </a:r>
            <a:endParaRPr lang="zh-CN" altLang="en-US" sz="1100" dirty="0">
              <a:solidFill>
                <a:srgbClr val="D9A6BD"/>
              </a:solidFill>
              <a:latin typeface="Torus" panose="00000500000000000000" pitchFamily="50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C067478-1BE0-A019-AB2F-70D9FB861F5B}"/>
              </a:ext>
            </a:extLst>
          </p:cNvPr>
          <p:cNvSpPr txBox="1"/>
          <p:nvPr/>
        </p:nvSpPr>
        <p:spPr>
          <a:xfrm>
            <a:off x="11261535" y="3649799"/>
            <a:ext cx="452368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1251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41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6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7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D3ACF1-C9C3-AE1B-C70B-59B87F3D670B}"/>
              </a:ext>
            </a:extLst>
          </p:cNvPr>
          <p:cNvSpPr txBox="1"/>
          <p:nvPr/>
        </p:nvSpPr>
        <p:spPr>
          <a:xfrm>
            <a:off x="8139910" y="3669860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MAX COMBO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869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EFBDA33-2ABE-90D3-139D-1EB734F6F849}"/>
              </a:ext>
            </a:extLst>
          </p:cNvPr>
          <p:cNvSpPr txBox="1"/>
          <p:nvPr/>
        </p:nvSpPr>
        <p:spPr>
          <a:xfrm>
            <a:off x="8148263" y="4008773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ACCURACY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96.99%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DB995E8-E3E9-A22D-2149-AB1DE0E91CE8}"/>
              </a:ext>
            </a:extLst>
          </p:cNvPr>
          <p:cNvGrpSpPr/>
          <p:nvPr/>
        </p:nvGrpSpPr>
        <p:grpSpPr>
          <a:xfrm>
            <a:off x="354331" y="2911601"/>
            <a:ext cx="11503887" cy="1521465"/>
            <a:chOff x="354331" y="1332321"/>
            <a:chExt cx="11503887" cy="1521465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8D5CC2D6-5E00-50CC-7EB2-EACDEA2F677B}"/>
                </a:ext>
              </a:extLst>
            </p:cNvPr>
            <p:cNvSpPr/>
            <p:nvPr/>
          </p:nvSpPr>
          <p:spPr>
            <a:xfrm>
              <a:off x="354331" y="1333253"/>
              <a:ext cx="3711184" cy="1520533"/>
            </a:xfrm>
            <a:prstGeom prst="rect">
              <a:avLst/>
            </a:prstGeom>
            <a:noFill/>
            <a:ln w="28575">
              <a:solidFill>
                <a:srgbClr val="AB14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246528A2-084D-96CB-EF48-316A22E7075E}"/>
                </a:ext>
              </a:extLst>
            </p:cNvPr>
            <p:cNvSpPr/>
            <p:nvPr/>
          </p:nvSpPr>
          <p:spPr>
            <a:xfrm>
              <a:off x="8147034" y="1332321"/>
              <a:ext cx="3711184" cy="1520533"/>
            </a:xfrm>
            <a:prstGeom prst="rect">
              <a:avLst/>
            </a:prstGeom>
            <a:noFill/>
            <a:ln w="28575"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B17E86E0-14C5-E396-3D60-8E94048EBFAE}"/>
              </a:ext>
            </a:extLst>
          </p:cNvPr>
          <p:cNvGrpSpPr/>
          <p:nvPr/>
        </p:nvGrpSpPr>
        <p:grpSpPr>
          <a:xfrm>
            <a:off x="487938" y="2904894"/>
            <a:ext cx="11267643" cy="838274"/>
            <a:chOff x="487946" y="1333254"/>
            <a:chExt cx="11267643" cy="838274"/>
          </a:xfrm>
        </p:grpSpPr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EAA14178-D3A5-C1FF-A76C-D71BBDDB4E58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462,813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0FC63CF5-4015-B956-D25F-B85E038A8106}"/>
                </a:ext>
              </a:extLst>
            </p:cNvPr>
            <p:cNvGrpSpPr/>
            <p:nvPr/>
          </p:nvGrpSpPr>
          <p:grpSpPr>
            <a:xfrm>
              <a:off x="487946" y="1333254"/>
              <a:ext cx="1880427" cy="400110"/>
              <a:chOff x="487946" y="1333254"/>
              <a:chExt cx="1880427" cy="400110"/>
            </a:xfrm>
          </p:grpSpPr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1E670678-47E3-5671-0FA0-CC8808B3416C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5840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WindowLife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E2D3C334-CAD9-BF6D-DFD7-692728C60C2E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</a:p>
            </p:txBody>
          </p:sp>
        </p:grp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DBFE9F92-C201-31D8-ECE9-F8047CDC80B5}"/>
                </a:ext>
              </a:extLst>
            </p:cNvPr>
            <p:cNvSpPr txBox="1"/>
            <p:nvPr/>
          </p:nvSpPr>
          <p:spPr>
            <a:xfrm>
              <a:off x="9673502" y="1333254"/>
              <a:ext cx="17764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MALISZEWSKI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CAF661DA-ED74-EF78-DDBC-039A0B0965C9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3</a:t>
              </a:r>
            </a:p>
          </p:txBody>
        </p:sp>
        <p:sp>
          <p:nvSpPr>
            <p:cNvPr id="87" name="文本框 86">
              <a:extLst>
                <a:ext uri="{FF2B5EF4-FFF2-40B4-BE49-F238E27FC236}">
                  <a16:creationId xmlns:a16="http://schemas.microsoft.com/office/drawing/2014/main" id="{70335103-1BF2-64CC-BBE4-0AA3CF412F75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529,555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pic>
        <p:nvPicPr>
          <p:cNvPr id="90" name="图片 89">
            <a:extLst>
              <a:ext uri="{FF2B5EF4-FFF2-40B4-BE49-F238E27FC236}">
                <a16:creationId xmlns:a16="http://schemas.microsoft.com/office/drawing/2014/main" id="{74B39729-46F4-3A36-2465-E025C69D739F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18" y="3276590"/>
            <a:ext cx="519552" cy="486131"/>
          </a:xfrm>
          <a:prstGeom prst="rect">
            <a:avLst/>
          </a:prstGeom>
        </p:spPr>
      </p:pic>
      <p:pic>
        <p:nvPicPr>
          <p:cNvPr id="91" name="图片 90">
            <a:extLst>
              <a:ext uri="{FF2B5EF4-FFF2-40B4-BE49-F238E27FC236}">
                <a16:creationId xmlns:a16="http://schemas.microsoft.com/office/drawing/2014/main" id="{17DEB403-7449-706A-491F-5A8F6494DBB7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016" y="3281572"/>
            <a:ext cx="519552" cy="48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250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4000">
        <p159:morph option="byObject"/>
      </p:transition>
    </mc:Choice>
    <mc:Fallback>
      <p:transition spd="slow" advTm="4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D03B08-AEC3-7702-98D4-D00155D4C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11D6699-2AD5-7262-40D3-39AEF6FA1618}"/>
              </a:ext>
            </a:extLst>
          </p:cNvPr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F06BBCA-E955-771E-7FC0-698D8F1D42E7}"/>
              </a:ext>
            </a:extLst>
          </p:cNvPr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906A474-EBB7-9AF8-D2FE-99F70B84E46B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>
                <a:alpha val="60000"/>
              </a:srgbClr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2,167,769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DC99E69B-E1B9-8A91-FE2D-36610D93CDAE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2,197,107</a:t>
              </a:r>
            </a:p>
          </p:txBody>
        </p:sp>
      </p:grpSp>
      <p:sp>
        <p:nvSpPr>
          <p:cNvPr id="126" name="文本框 125">
            <a:extLst>
              <a:ext uri="{FF2B5EF4-FFF2-40B4-BE49-F238E27FC236}">
                <a16:creationId xmlns:a16="http://schemas.microsoft.com/office/drawing/2014/main" id="{38039B73-8621-2343-A829-CAF37EFAAF22}"/>
              </a:ext>
            </a:extLst>
          </p:cNvPr>
          <p:cNvSpPr txBox="1"/>
          <p:nvPr/>
        </p:nvSpPr>
        <p:spPr>
          <a:xfrm>
            <a:off x="7126421" y="4362559"/>
            <a:ext cx="71846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+29,338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E72DA918-FEE8-4CC8-6101-4D47E774C184}"/>
              </a:ext>
            </a:extLst>
          </p:cNvPr>
          <p:cNvGrpSpPr/>
          <p:nvPr/>
        </p:nvGrpSpPr>
        <p:grpSpPr>
          <a:xfrm>
            <a:off x="487946" y="1333254"/>
            <a:ext cx="11267643" cy="838274"/>
            <a:chOff x="487946" y="1333254"/>
            <a:chExt cx="11267643" cy="838274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8655F4BE-1CA4-4BBD-92EB-E28AFACB8D14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671,414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3897774D-DA69-58AE-0DC8-16B04DEE1AF7}"/>
                </a:ext>
              </a:extLst>
            </p:cNvPr>
            <p:cNvGrpSpPr/>
            <p:nvPr/>
          </p:nvGrpSpPr>
          <p:grpSpPr>
            <a:xfrm>
              <a:off x="487946" y="1333254"/>
              <a:ext cx="1026026" cy="400110"/>
              <a:chOff x="487946" y="1333254"/>
              <a:chExt cx="1026026" cy="400110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32C6CAB-25E2-9257-D2EB-12547B982414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7296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Pezz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403C1A07-B51C-F3C8-778A-EFAC52A7440B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</a:p>
            </p:txBody>
          </p: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68663E89-6B90-0507-39B7-6B1C4D20DDAB}"/>
                </a:ext>
              </a:extLst>
            </p:cNvPr>
            <p:cNvSpPr txBox="1"/>
            <p:nvPr/>
          </p:nvSpPr>
          <p:spPr>
            <a:xfrm>
              <a:off x="10526300" y="1333254"/>
              <a:ext cx="9236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 err="1">
                  <a:solidFill>
                    <a:srgbClr val="FF66AB"/>
                  </a:solidFill>
                  <a:latin typeface="Torus Bold" panose="00000800000000000000" pitchFamily="50" charset="0"/>
                </a:rPr>
                <a:t>milosz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9C4B0FE4-CF1D-25D3-CF74-03025F02E4EE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6A9DF85E-FB2D-E466-9C72-5AF5EE118166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827,613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AA5D717B-5710-AD79-AB0D-F9A276C9A8F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24808" y="1309823"/>
            <a:ext cx="3326434" cy="92400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70865994-8EF6-7ADE-83C0-342F2372C647}"/>
              </a:ext>
            </a:extLst>
          </p:cNvPr>
          <p:cNvSpPr txBox="1"/>
          <p:nvPr/>
        </p:nvSpPr>
        <p:spPr>
          <a:xfrm>
            <a:off x="7126421" y="1306362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3DE65A-5EF3-FA41-2587-294D83348F89}"/>
              </a:ext>
            </a:extLst>
          </p:cNvPr>
          <p:cNvSpPr txBox="1"/>
          <p:nvPr/>
        </p:nvSpPr>
        <p:spPr>
          <a:xfrm>
            <a:off x="4424807" y="2281500"/>
            <a:ext cx="3326434" cy="815608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Torus Bold" panose="00000800000000000000" pitchFamily="50" charset="0"/>
              </a:rPr>
              <a:t>fhana</a:t>
            </a:r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 - Wonder Stella [Marvel]</a:t>
            </a:r>
          </a:p>
          <a:p>
            <a:pPr algn="r"/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</a:t>
            </a:r>
            <a:r>
              <a:rPr lang="en-US" altLang="zh-CN" sz="1100" dirty="0" err="1">
                <a:solidFill>
                  <a:schemeClr val="bg1"/>
                </a:solidFill>
                <a:latin typeface="Torus Bold" panose="00000800000000000000" pitchFamily="50" charset="0"/>
              </a:rPr>
              <a:t>sukiNathan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41454AC-B99C-A6F8-4DF0-1FB7F742AFB4}"/>
              </a:ext>
            </a:extLst>
          </p:cNvPr>
          <p:cNvSpPr txBox="1"/>
          <p:nvPr/>
        </p:nvSpPr>
        <p:spPr>
          <a:xfrm>
            <a:off x="4424807" y="3221523"/>
            <a:ext cx="1763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3:22*</a:t>
            </a:r>
          </a:p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9.13*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F49BC5-D962-3AC8-5B27-5F7504C720CD}"/>
              </a:ext>
            </a:extLst>
          </p:cNvPr>
          <p:cNvSpPr txBox="1"/>
          <p:nvPr/>
        </p:nvSpPr>
        <p:spPr>
          <a:xfrm>
            <a:off x="6067329" y="3221523"/>
            <a:ext cx="1683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289.5*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BPM</a:t>
            </a:r>
            <a:endParaRPr lang="en-US" altLang="zh-CN" sz="1400" dirty="0">
              <a:solidFill>
                <a:srgbClr val="FFDD55"/>
              </a:solidFill>
              <a:latin typeface="Torus Bold" panose="00000800000000000000" pitchFamily="50" charset="0"/>
            </a:endParaRPr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1,305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03974EE-2AA2-67C9-E77E-A0F3694C2851}"/>
              </a:ext>
            </a:extLst>
          </p:cNvPr>
          <p:cNvSpPr txBox="1"/>
          <p:nvPr/>
        </p:nvSpPr>
        <p:spPr>
          <a:xfrm>
            <a:off x="4424807" y="3669458"/>
            <a:ext cx="3326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CS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/ AR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10.53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/ OD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10.08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B117F8E-10E4-FA46-E567-10D4D7CA5BC2}"/>
              </a:ext>
            </a:extLst>
          </p:cNvPr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F62B1A5-F3A9-80D4-F983-9006103989C0}"/>
              </a:ext>
            </a:extLst>
          </p:cNvPr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A97ABFA-FD25-D601-2529-AEAD89376C34}"/>
              </a:ext>
            </a:extLst>
          </p:cNvPr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21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99652F7-FF87-93AB-F966-D8C0D7889F4D}"/>
              </a:ext>
            </a:extLst>
          </p:cNvPr>
          <p:cNvSpPr txBox="1"/>
          <p:nvPr/>
        </p:nvSpPr>
        <p:spPr>
          <a:xfrm>
            <a:off x="3202907" y="5866293"/>
            <a:ext cx="190019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BDAFA69-332F-2CA7-A1A0-9C2D7EDC08BF}"/>
              </a:ext>
            </a:extLst>
          </p:cNvPr>
          <p:cNvSpPr txBox="1"/>
          <p:nvPr/>
        </p:nvSpPr>
        <p:spPr>
          <a:xfrm>
            <a:off x="5174767" y="5868303"/>
            <a:ext cx="604126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A16D2F6-7676-9FF1-1592-7910C29043D4}"/>
              </a:ext>
            </a:extLst>
          </p:cNvPr>
          <p:cNvSpPr txBox="1"/>
          <p:nvPr/>
        </p:nvSpPr>
        <p:spPr>
          <a:xfrm>
            <a:off x="4498975" y="5464492"/>
            <a:ext cx="604127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NM4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497AB336-4CFC-5355-A435-BEC9E76BEE3F}"/>
              </a:ext>
            </a:extLst>
          </p:cNvPr>
          <p:cNvSpPr txBox="1"/>
          <p:nvPr/>
        </p:nvSpPr>
        <p:spPr>
          <a:xfrm>
            <a:off x="3202906" y="5464492"/>
            <a:ext cx="604127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HD1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F0AC92E-DB2C-51AD-043E-DB81A6984E0C}"/>
              </a:ext>
            </a:extLst>
          </p:cNvPr>
          <p:cNvSpPr txBox="1"/>
          <p:nvPr/>
        </p:nvSpPr>
        <p:spPr>
          <a:xfrm>
            <a:off x="3516617" y="6272408"/>
            <a:ext cx="604127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HD2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397FA77-FCC2-CE22-F98C-BEE331C2D0E8}"/>
              </a:ext>
            </a:extLst>
          </p:cNvPr>
          <p:cNvSpPr txBox="1"/>
          <p:nvPr/>
        </p:nvSpPr>
        <p:spPr>
          <a:xfrm>
            <a:off x="4188837" y="6272408"/>
            <a:ext cx="604126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7EEA61F-837F-3C5A-2651-CEF2F51F8FA5}"/>
              </a:ext>
            </a:extLst>
          </p:cNvPr>
          <p:cNvSpPr txBox="1"/>
          <p:nvPr/>
        </p:nvSpPr>
        <p:spPr>
          <a:xfrm>
            <a:off x="156210" y="453050"/>
            <a:ext cx="1569644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United States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3096A34-0BEA-B3EA-5352-3F8B6AEFBA7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#2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26A57F7-561D-5A75-378E-ACD1EBCDD24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34233C7-BB1B-893A-7056-244E56B11E3C}"/>
              </a:ext>
            </a:extLst>
          </p:cNvPr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</a:t>
            </a:r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! World Cup 2025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0235692E-AB86-7E10-02CF-5B6C315C948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117579" y="463157"/>
            <a:ext cx="891693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Poland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7875E59-2FA1-3DCE-AC9A-18D0DA29E05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D1A55CA-C18D-17D7-1E2A-5FDB97CB7C8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D72F0E10-1D6E-3BFA-C1E6-274C14E62ADE}"/>
              </a:ext>
            </a:extLst>
          </p:cNvPr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Grand Finals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8D3C83B-92D5-B4F0-1685-C7872EACAC13}"/>
              </a:ext>
            </a:extLst>
          </p:cNvPr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A9E6A9A5-376B-1AC1-9F1F-155226DEF2C8}"/>
                </a:ext>
              </a:extLst>
            </p:cNvPr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F416017D-532A-6C4F-44C5-6FF432160B11}"/>
                </a:ext>
              </a:extLst>
            </p:cNvPr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00E6D089-580E-674A-DD04-DB9B64913C09}"/>
                </a:ext>
              </a:extLst>
            </p:cNvPr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F2B1DC52-47D7-7C00-698A-8B30007AE452}"/>
                </a:ext>
              </a:extLst>
            </p:cNvPr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BCC4A13C-8006-64F2-68F8-AAC9D286D5A4}"/>
                </a:ext>
              </a:extLst>
            </p:cNvPr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8D2D487B-B9A9-794C-7728-C4D89FB17371}"/>
                </a:ext>
              </a:extLst>
            </p:cNvPr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CE0DBF39-F462-9D98-A7D4-051AD368B4DB}"/>
                </a:ext>
              </a:extLst>
            </p:cNvPr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42501167-7CF7-298A-9F0C-1ECB8829A734}"/>
              </a:ext>
            </a:extLst>
          </p:cNvPr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9CB052E1-D3EA-0E1C-CDDD-EAB3849F4AF7}"/>
                </a:ext>
              </a:extLst>
            </p:cNvPr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E2E53E5B-B44C-1996-498A-3BA7C48C4BD5}"/>
                </a:ext>
              </a:extLst>
            </p:cNvPr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C95215C0-D5DF-41A9-900E-BE484B715EDE}"/>
                </a:ext>
              </a:extLst>
            </p:cNvPr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605A9E91-2C5A-E670-750A-5E7BAED98A12}"/>
                </a:ext>
              </a:extLst>
            </p:cNvPr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9C5EFCCF-6941-2269-8882-F343C27A7722}"/>
                </a:ext>
              </a:extLst>
            </p:cNvPr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9944B9DD-2DA3-F687-2D93-A9D3007D711A}"/>
                </a:ext>
              </a:extLst>
            </p:cNvPr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8BCE7C4C-40F7-ECF9-86E9-9A1568A45347}"/>
                </a:ext>
              </a:extLst>
            </p:cNvPr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41C498E8-C471-1651-8D19-6A995B7B8ECA}"/>
              </a:ext>
            </a:extLst>
          </p:cNvPr>
          <p:cNvSpPr txBox="1"/>
          <p:nvPr/>
        </p:nvSpPr>
        <p:spPr>
          <a:xfrm>
            <a:off x="3740229" y="820420"/>
            <a:ext cx="47115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Bracket Reset | Best of 13 | Sun 14 Dec @20:10(UTC+0)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A8F7A589-4A97-119E-1F46-C11FB9BDE37B}"/>
              </a:ext>
            </a:extLst>
          </p:cNvPr>
          <p:cNvSpPr/>
          <p:nvPr/>
        </p:nvSpPr>
        <p:spPr>
          <a:xfrm>
            <a:off x="5173242" y="6206857"/>
            <a:ext cx="604126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1B29A17F-AFBA-58FF-A687-40609F650C0A}"/>
              </a:ext>
            </a:extLst>
          </p:cNvPr>
          <p:cNvSpPr txBox="1"/>
          <p:nvPr/>
        </p:nvSpPr>
        <p:spPr>
          <a:xfrm>
            <a:off x="5116072" y="6193471"/>
            <a:ext cx="71846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+29,338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E5D045C-8923-2958-8E76-A5ACA9958DD0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3" y="1706491"/>
            <a:ext cx="519552" cy="486131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3FFE990F-A4EE-7749-75AE-C16B16F7EBFE}"/>
              </a:ext>
            </a:extLst>
          </p:cNvPr>
          <p:cNvGrpSpPr/>
          <p:nvPr/>
        </p:nvGrpSpPr>
        <p:grpSpPr>
          <a:xfrm>
            <a:off x="487946" y="2119071"/>
            <a:ext cx="11267643" cy="838274"/>
            <a:chOff x="487946" y="1333254"/>
            <a:chExt cx="11267643" cy="838274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119E5146-7AD4-5F4D-8FB9-0465E9ACFC64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580,827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433A329D-9647-4879-2044-D16B1CBB0E52}"/>
                </a:ext>
              </a:extLst>
            </p:cNvPr>
            <p:cNvGrpSpPr/>
            <p:nvPr/>
          </p:nvGrpSpPr>
          <p:grpSpPr>
            <a:xfrm>
              <a:off x="487946" y="1333254"/>
              <a:ext cx="1482882" cy="400110"/>
              <a:chOff x="487946" y="1333254"/>
              <a:chExt cx="1482882" cy="400110"/>
            </a:xfrm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C4EAA94C-460C-D9EA-0F0E-C1064482E9F4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1865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decaten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C9568BE-8B6C-1A44-D00E-5E8203BBF893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4BC157B-AD55-F9B1-81C0-7F9C58EEA0C8}"/>
                </a:ext>
              </a:extLst>
            </p:cNvPr>
            <p:cNvSpPr txBox="1"/>
            <p:nvPr/>
          </p:nvSpPr>
          <p:spPr>
            <a:xfrm>
              <a:off x="10388441" y="1333254"/>
              <a:ext cx="10615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 err="1">
                  <a:solidFill>
                    <a:srgbClr val="FF66AB"/>
                  </a:solidFill>
                  <a:latin typeface="Torus Bold" panose="00000800000000000000" pitchFamily="50" charset="0"/>
                </a:rPr>
                <a:t>gnahus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BE196F3-71C0-9FDE-753D-E6FA0944B35C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554F1DEE-06FA-A155-766B-39E56F81F7C8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532,679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46D297D2-1C1B-7EA0-6310-42DB6C6235F3}"/>
              </a:ext>
            </a:extLst>
          </p:cNvPr>
          <p:cNvGrpSpPr/>
          <p:nvPr/>
        </p:nvGrpSpPr>
        <p:grpSpPr>
          <a:xfrm>
            <a:off x="487938" y="2904894"/>
            <a:ext cx="11267643" cy="838274"/>
            <a:chOff x="487946" y="1333254"/>
            <a:chExt cx="11267643" cy="838274"/>
          </a:xfrm>
        </p:grpSpPr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6E60E464-6285-0E9F-A379-A1FF0AA978F7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462,813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2B611AA4-A529-67B7-77E1-9CFEBED71EA7}"/>
                </a:ext>
              </a:extLst>
            </p:cNvPr>
            <p:cNvGrpSpPr/>
            <p:nvPr/>
          </p:nvGrpSpPr>
          <p:grpSpPr>
            <a:xfrm>
              <a:off x="487946" y="1333254"/>
              <a:ext cx="1880427" cy="400110"/>
              <a:chOff x="487946" y="1333254"/>
              <a:chExt cx="1880427" cy="400110"/>
            </a:xfrm>
          </p:grpSpPr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C54EED17-00FE-53A1-553D-1A9A25B7E429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5840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WindowLife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BCE8B2A7-757D-A977-261B-A30F892E65B6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</a:p>
            </p:txBody>
          </p:sp>
        </p:grp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F0B181C5-E412-43BC-835A-CA7ECF117761}"/>
                </a:ext>
              </a:extLst>
            </p:cNvPr>
            <p:cNvSpPr txBox="1"/>
            <p:nvPr/>
          </p:nvSpPr>
          <p:spPr>
            <a:xfrm>
              <a:off x="9673502" y="1333254"/>
              <a:ext cx="17764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MALISZEWSKI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F62910C8-13E3-14E7-396A-788ECAEC5CAC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3</a:t>
              </a: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140EA3A6-0C8A-511B-CAE4-D01CC12C09B9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529,555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C2DA347D-BB30-9E00-2021-9D1170FD44C7}"/>
              </a:ext>
            </a:extLst>
          </p:cNvPr>
          <p:cNvGrpSpPr/>
          <p:nvPr/>
        </p:nvGrpSpPr>
        <p:grpSpPr>
          <a:xfrm>
            <a:off x="487949" y="3690719"/>
            <a:ext cx="11267643" cy="838274"/>
            <a:chOff x="487946" y="1333254"/>
            <a:chExt cx="11267643" cy="838274"/>
          </a:xfrm>
        </p:grpSpPr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B7B4148E-C884-A25F-FEBC-45EB7CC13535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452,715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9971CE4D-648C-83FE-28BD-258C3813702F}"/>
                </a:ext>
              </a:extLst>
            </p:cNvPr>
            <p:cNvGrpSpPr/>
            <p:nvPr/>
          </p:nvGrpSpPr>
          <p:grpSpPr>
            <a:xfrm>
              <a:off x="487946" y="1333254"/>
              <a:ext cx="1333802" cy="400110"/>
              <a:chOff x="487946" y="1333254"/>
              <a:chExt cx="1333802" cy="400110"/>
            </a:xfrm>
          </p:grpSpPr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64200CED-D3EE-5E39-57BB-22883F72469A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03746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tekkito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E6AA0CFC-E6EC-6C56-B470-C90DA9575F88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4</a:t>
                </a:r>
              </a:p>
            </p:txBody>
          </p:sp>
        </p:grp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154B6282-5A73-BAC9-2505-0C9CBF0DEB02}"/>
                </a:ext>
              </a:extLst>
            </p:cNvPr>
            <p:cNvSpPr txBox="1"/>
            <p:nvPr/>
          </p:nvSpPr>
          <p:spPr>
            <a:xfrm>
              <a:off x="10651333" y="1333254"/>
              <a:ext cx="7986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Rafis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C82A7A28-A396-C8E4-9F29-6B25E1961A24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4</a:t>
              </a: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7A01D060-3E6E-0CF0-8F13-27ACA866EC52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307,260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pic>
        <p:nvPicPr>
          <p:cNvPr id="124" name="图片 123">
            <a:extLst>
              <a:ext uri="{FF2B5EF4-FFF2-40B4-BE49-F238E27FC236}">
                <a16:creationId xmlns:a16="http://schemas.microsoft.com/office/drawing/2014/main" id="{5B73D9A4-748C-604F-2DD2-367E1CB74AC7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3" y="2492308"/>
            <a:ext cx="519552" cy="486131"/>
          </a:xfrm>
          <a:prstGeom prst="rect">
            <a:avLst/>
          </a:prstGeom>
        </p:spPr>
      </p:pic>
      <p:pic>
        <p:nvPicPr>
          <p:cNvPr id="127" name="图片 126">
            <a:extLst>
              <a:ext uri="{FF2B5EF4-FFF2-40B4-BE49-F238E27FC236}">
                <a16:creationId xmlns:a16="http://schemas.microsoft.com/office/drawing/2014/main" id="{81C600D6-1101-5C4B-CAFA-C9127E070EA4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18" y="3276590"/>
            <a:ext cx="519552" cy="486131"/>
          </a:xfrm>
          <a:prstGeom prst="rect">
            <a:avLst/>
          </a:prstGeom>
        </p:spPr>
      </p:pic>
      <p:pic>
        <p:nvPicPr>
          <p:cNvPr id="132" name="图片 131">
            <a:extLst>
              <a:ext uri="{FF2B5EF4-FFF2-40B4-BE49-F238E27FC236}">
                <a16:creationId xmlns:a16="http://schemas.microsoft.com/office/drawing/2014/main" id="{99F61B80-5768-B876-CD8D-5FDF88A90DFF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9" y="4061525"/>
            <a:ext cx="519552" cy="486131"/>
          </a:xfrm>
          <a:prstGeom prst="rect">
            <a:avLst/>
          </a:prstGeom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7FD82E06-376A-21CD-475B-9C61CFF3DBBC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1" y="1711473"/>
            <a:ext cx="519552" cy="486131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B6058EBC-A37B-C5F5-5773-AF0EA35C9760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1" y="2497290"/>
            <a:ext cx="519552" cy="486131"/>
          </a:xfrm>
          <a:prstGeom prst="rect">
            <a:avLst/>
          </a:prstGeom>
        </p:spPr>
      </p:pic>
      <p:pic>
        <p:nvPicPr>
          <p:cNvPr id="135" name="图片 134">
            <a:extLst>
              <a:ext uri="{FF2B5EF4-FFF2-40B4-BE49-F238E27FC236}">
                <a16:creationId xmlns:a16="http://schemas.microsoft.com/office/drawing/2014/main" id="{9382DC93-9306-F546-74E8-5C4708FF5D92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016" y="3281572"/>
            <a:ext cx="519552" cy="486131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4E493CC5-F38F-E6B3-FB3B-6C392F8E6E1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7" y="4066507"/>
            <a:ext cx="519552" cy="4861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365A1F1-349F-2FA6-C20C-ECC8098081D4}"/>
              </a:ext>
            </a:extLst>
          </p:cNvPr>
          <p:cNvSpPr txBox="1"/>
          <p:nvPr/>
        </p:nvSpPr>
        <p:spPr>
          <a:xfrm>
            <a:off x="413557" y="4427290"/>
            <a:ext cx="649537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GREAT: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OK: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MEH: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MISS:</a:t>
            </a:r>
            <a:endParaRPr lang="zh-CN" altLang="en-US" sz="1100" dirty="0">
              <a:solidFill>
                <a:srgbClr val="D9A6BD"/>
              </a:solidFill>
              <a:latin typeface="Torus" panose="00000500000000000000" pitchFamily="50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D7F0F5-E363-854A-23B1-01DFB6424DF9}"/>
              </a:ext>
            </a:extLst>
          </p:cNvPr>
          <p:cNvSpPr txBox="1"/>
          <p:nvPr/>
        </p:nvSpPr>
        <p:spPr>
          <a:xfrm>
            <a:off x="967919" y="4428517"/>
            <a:ext cx="500458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1270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19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5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11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2977B6A-0B1B-556B-329A-72DCB0F14AE1}"/>
              </a:ext>
            </a:extLst>
          </p:cNvPr>
          <p:cNvSpPr txBox="1"/>
          <p:nvPr/>
        </p:nvSpPr>
        <p:spPr>
          <a:xfrm>
            <a:off x="1659400" y="4478488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MAX COMBO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525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1E0886A-053B-98A9-01E1-94C0D5764816}"/>
              </a:ext>
            </a:extLst>
          </p:cNvPr>
          <p:cNvSpPr txBox="1"/>
          <p:nvPr/>
        </p:nvSpPr>
        <p:spPr>
          <a:xfrm>
            <a:off x="1667753" y="4817401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ACCURACY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97.87%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F8205C-6A95-CD8A-BFBA-8D3258C9E0F4}"/>
              </a:ext>
            </a:extLst>
          </p:cNvPr>
          <p:cNvSpPr txBox="1"/>
          <p:nvPr/>
        </p:nvSpPr>
        <p:spPr>
          <a:xfrm>
            <a:off x="10707173" y="4443407"/>
            <a:ext cx="649537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GREAT: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OK: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MEH:</a:t>
            </a:r>
          </a:p>
          <a:p>
            <a:pPr algn="r"/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MISS:</a:t>
            </a:r>
            <a:endParaRPr lang="zh-CN" altLang="en-US" sz="1100" dirty="0">
              <a:solidFill>
                <a:srgbClr val="D9A6BD"/>
              </a:solidFill>
              <a:latin typeface="Torus" panose="00000500000000000000" pitchFamily="50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E76C0A6-5642-3FAE-50CD-C7EF8714E846}"/>
              </a:ext>
            </a:extLst>
          </p:cNvPr>
          <p:cNvSpPr txBox="1"/>
          <p:nvPr/>
        </p:nvSpPr>
        <p:spPr>
          <a:xfrm>
            <a:off x="11261535" y="4444634"/>
            <a:ext cx="489236" cy="76944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1229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32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13</a:t>
            </a:r>
          </a:p>
          <a:p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31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C2FA094-DEC2-1601-C241-90CFF56CEBF1}"/>
              </a:ext>
            </a:extLst>
          </p:cNvPr>
          <p:cNvSpPr txBox="1"/>
          <p:nvPr/>
        </p:nvSpPr>
        <p:spPr>
          <a:xfrm>
            <a:off x="8139910" y="4464695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MAX COMBO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325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2A6916-8F98-8090-C242-969FA4C9FF64}"/>
              </a:ext>
            </a:extLst>
          </p:cNvPr>
          <p:cNvSpPr txBox="1"/>
          <p:nvPr/>
        </p:nvSpPr>
        <p:spPr>
          <a:xfrm>
            <a:off x="8148263" y="4803608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ACCURACY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95.16%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02F1B72-3F60-69FB-7D1E-7DD3C54A7823}"/>
              </a:ext>
            </a:extLst>
          </p:cNvPr>
          <p:cNvGrpSpPr/>
          <p:nvPr/>
        </p:nvGrpSpPr>
        <p:grpSpPr>
          <a:xfrm>
            <a:off x="354331" y="3706436"/>
            <a:ext cx="11503887" cy="1521465"/>
            <a:chOff x="354331" y="1332321"/>
            <a:chExt cx="11503887" cy="1521465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4B72142-1AD5-7756-E29A-DAD371D50773}"/>
                </a:ext>
              </a:extLst>
            </p:cNvPr>
            <p:cNvSpPr/>
            <p:nvPr/>
          </p:nvSpPr>
          <p:spPr>
            <a:xfrm>
              <a:off x="354331" y="1333253"/>
              <a:ext cx="3711184" cy="1520533"/>
            </a:xfrm>
            <a:prstGeom prst="rect">
              <a:avLst/>
            </a:prstGeom>
            <a:noFill/>
            <a:ln w="28575">
              <a:solidFill>
                <a:srgbClr val="AB141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F814E01A-293C-39B4-98EA-502D0990ED53}"/>
                </a:ext>
              </a:extLst>
            </p:cNvPr>
            <p:cNvSpPr/>
            <p:nvPr/>
          </p:nvSpPr>
          <p:spPr>
            <a:xfrm>
              <a:off x="8147034" y="1332321"/>
              <a:ext cx="3711184" cy="1520533"/>
            </a:xfrm>
            <a:prstGeom prst="rect">
              <a:avLst/>
            </a:prstGeom>
            <a:noFill/>
            <a:ln w="28575">
              <a:solidFill>
                <a:srgbClr val="0F62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6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4000">
        <p159:morph option="byObject"/>
      </p:transition>
    </mc:Choice>
    <mc:Fallback>
      <p:transition spd="slow" advTm="4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7D3CAF-0279-B6B0-8C2D-F97698BD3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502017-6E9A-15FF-69A8-255F1885D6F2}"/>
              </a:ext>
            </a:extLst>
          </p:cNvPr>
          <p:cNvSpPr/>
          <p:nvPr/>
        </p:nvSpPr>
        <p:spPr>
          <a:xfrm>
            <a:off x="5080" y="1905"/>
            <a:ext cx="12186285" cy="1164907"/>
          </a:xfrm>
          <a:prstGeom prst="rect">
            <a:avLst/>
          </a:prstGeom>
          <a:gradFill flip="none" rotWithShape="1">
            <a:gsLst>
              <a:gs pos="0">
                <a:srgbClr val="AB1415"/>
              </a:gs>
              <a:gs pos="100000">
                <a:srgbClr val="0F62A8"/>
              </a:gs>
              <a:gs pos="50000">
                <a:srgbClr val="38373C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920A322-1D86-9DE3-F728-FF2E0EE811B1}"/>
              </a:ext>
            </a:extLst>
          </p:cNvPr>
          <p:cNvGrpSpPr/>
          <p:nvPr/>
        </p:nvGrpSpPr>
        <p:grpSpPr>
          <a:xfrm>
            <a:off x="4424808" y="4665558"/>
            <a:ext cx="3326433" cy="508813"/>
            <a:chOff x="4424808" y="4288005"/>
            <a:chExt cx="3326433" cy="508813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73E4751-9D17-673E-51B8-528CD468F041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4424808" y="4290878"/>
              <a:ext cx="1642522" cy="505940"/>
            </a:xfrm>
            <a:prstGeom prst="rect">
              <a:avLst/>
            </a:prstGeom>
            <a:solidFill>
              <a:srgbClr val="AB1415">
                <a:alpha val="60000"/>
              </a:srgbClr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2,167,769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C38109B-8483-C4A2-20FE-2E6E84B9C0C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6067329" y="4288005"/>
              <a:ext cx="1683912" cy="505940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20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2,197,107</a:t>
              </a:r>
            </a:p>
          </p:txBody>
        </p:sp>
      </p:grpSp>
      <p:sp>
        <p:nvSpPr>
          <p:cNvPr id="126" name="文本框 125">
            <a:extLst>
              <a:ext uri="{FF2B5EF4-FFF2-40B4-BE49-F238E27FC236}">
                <a16:creationId xmlns:a16="http://schemas.microsoft.com/office/drawing/2014/main" id="{E3E2F822-A70F-E6F3-57B5-D8CBD586F9BF}"/>
              </a:ext>
            </a:extLst>
          </p:cNvPr>
          <p:cNvSpPr txBox="1"/>
          <p:nvPr/>
        </p:nvSpPr>
        <p:spPr>
          <a:xfrm>
            <a:off x="7126421" y="4362559"/>
            <a:ext cx="71846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+29,338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D28E9744-8ABC-50A7-C090-663A95487395}"/>
              </a:ext>
            </a:extLst>
          </p:cNvPr>
          <p:cNvGrpSpPr/>
          <p:nvPr/>
        </p:nvGrpSpPr>
        <p:grpSpPr>
          <a:xfrm>
            <a:off x="487946" y="1333254"/>
            <a:ext cx="11267643" cy="838274"/>
            <a:chOff x="487946" y="1333254"/>
            <a:chExt cx="11267643" cy="838274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67BC95A1-7F82-2693-D06C-2378CAB1261D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671,414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CB26547E-1402-E7D9-7EB3-E9A79ED42231}"/>
                </a:ext>
              </a:extLst>
            </p:cNvPr>
            <p:cNvGrpSpPr/>
            <p:nvPr/>
          </p:nvGrpSpPr>
          <p:grpSpPr>
            <a:xfrm>
              <a:off x="487946" y="1333254"/>
              <a:ext cx="1026026" cy="400110"/>
              <a:chOff x="487946" y="1333254"/>
              <a:chExt cx="1026026" cy="400110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40C842E-46AC-2E30-5393-395EBADCE6CB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72968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Pezz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4F8DB0E-FF9E-CF64-92FF-0E2180A914A0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1</a:t>
                </a:r>
              </a:p>
            </p:txBody>
          </p: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8A0FC9A3-6DAE-10CE-1BCE-4B42FDE802C9}"/>
                </a:ext>
              </a:extLst>
            </p:cNvPr>
            <p:cNvSpPr txBox="1"/>
            <p:nvPr/>
          </p:nvSpPr>
          <p:spPr>
            <a:xfrm>
              <a:off x="10526300" y="1333254"/>
              <a:ext cx="9236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 err="1">
                  <a:solidFill>
                    <a:srgbClr val="FF66AB"/>
                  </a:solidFill>
                  <a:latin typeface="Torus Bold" panose="00000800000000000000" pitchFamily="50" charset="0"/>
                </a:rPr>
                <a:t>milosz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97E48777-F2C3-43B1-5DE5-31025B98E216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1</a:t>
              </a: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E0DAC6F2-E2FC-EC9E-0C36-E37BECE194B7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827,613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38303B83-141C-A9D6-8F60-5A05DC8AF78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24808" y="1309823"/>
            <a:ext cx="3326434" cy="92400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2DE3905-BDD8-DA2F-E4D6-2D730102D8BC}"/>
              </a:ext>
            </a:extLst>
          </p:cNvPr>
          <p:cNvSpPr txBox="1"/>
          <p:nvPr/>
        </p:nvSpPr>
        <p:spPr>
          <a:xfrm>
            <a:off x="7126421" y="1306362"/>
            <a:ext cx="62482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0D58406-8087-5F4D-8598-8879D8A26429}"/>
              </a:ext>
            </a:extLst>
          </p:cNvPr>
          <p:cNvSpPr txBox="1"/>
          <p:nvPr/>
        </p:nvSpPr>
        <p:spPr>
          <a:xfrm>
            <a:off x="4424807" y="2281500"/>
            <a:ext cx="3326434" cy="815608"/>
          </a:xfrm>
          <a:prstGeom prst="rect">
            <a:avLst/>
          </a:prstGeom>
          <a:solidFill>
            <a:srgbClr val="38373C"/>
          </a:solidFill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chemeClr val="bg1"/>
                </a:solidFill>
                <a:latin typeface="Torus Bold" panose="00000800000000000000" pitchFamily="50" charset="0"/>
              </a:rPr>
              <a:t>fhana</a:t>
            </a:r>
            <a:r>
              <a:rPr lang="en-US" altLang="zh-CN" dirty="0">
                <a:solidFill>
                  <a:schemeClr val="bg1"/>
                </a:solidFill>
                <a:latin typeface="Torus Bold" panose="00000800000000000000" pitchFamily="50" charset="0"/>
              </a:rPr>
              <a:t> - Wonder Stella [Marvel]</a:t>
            </a:r>
          </a:p>
          <a:p>
            <a:pPr algn="r"/>
            <a:r>
              <a:rPr lang="en-US" altLang="zh-CN" sz="1100" dirty="0">
                <a:solidFill>
                  <a:schemeClr val="bg1"/>
                </a:solidFill>
                <a:latin typeface="Torus Bold" panose="00000800000000000000" pitchFamily="50" charset="0"/>
              </a:rPr>
              <a:t>By </a:t>
            </a:r>
            <a:r>
              <a:rPr lang="en-US" altLang="zh-CN" sz="1100" dirty="0" err="1">
                <a:solidFill>
                  <a:schemeClr val="bg1"/>
                </a:solidFill>
                <a:latin typeface="Torus Bold" panose="00000800000000000000" pitchFamily="50" charset="0"/>
              </a:rPr>
              <a:t>sukiNathan</a:t>
            </a:r>
            <a:endParaRPr lang="zh-CN" altLang="en-US" sz="1100" dirty="0">
              <a:solidFill>
                <a:schemeClr val="bg1"/>
              </a:solidFill>
              <a:latin typeface="Torus Bold" panose="00000800000000000000" pitchFamily="50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0C4174E-4B81-D8AB-EF2A-A0088B9F3C58}"/>
              </a:ext>
            </a:extLst>
          </p:cNvPr>
          <p:cNvSpPr txBox="1"/>
          <p:nvPr/>
        </p:nvSpPr>
        <p:spPr>
          <a:xfrm>
            <a:off x="4424807" y="3221523"/>
            <a:ext cx="1763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LENGTH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3:22*</a:t>
            </a:r>
          </a:p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STAR RATING 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9.13*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37E26E0-3146-CAAD-18FC-0257B91994A8}"/>
              </a:ext>
            </a:extLst>
          </p:cNvPr>
          <p:cNvSpPr txBox="1"/>
          <p:nvPr/>
        </p:nvSpPr>
        <p:spPr>
          <a:xfrm>
            <a:off x="6067329" y="3221523"/>
            <a:ext cx="1683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289.5*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BPM</a:t>
            </a:r>
            <a:endParaRPr lang="en-US" altLang="zh-CN" sz="1400" dirty="0">
              <a:solidFill>
                <a:srgbClr val="FFDD55"/>
              </a:solidFill>
              <a:latin typeface="Torus Bold" panose="00000800000000000000" pitchFamily="50" charset="0"/>
            </a:endParaRPr>
          </a:p>
          <a:p>
            <a:pPr algn="r"/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1,305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Combos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00D29F8-1D31-DE6C-8603-66BDE3C96074}"/>
              </a:ext>
            </a:extLst>
          </p:cNvPr>
          <p:cNvSpPr txBox="1"/>
          <p:nvPr/>
        </p:nvSpPr>
        <p:spPr>
          <a:xfrm>
            <a:off x="4424807" y="3669458"/>
            <a:ext cx="33264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CS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4.2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/ AR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10.53</a:t>
            </a:r>
            <a:r>
              <a:rPr lang="en-US" altLang="zh-CN" sz="1400" dirty="0">
                <a:solidFill>
                  <a:srgbClr val="FFDD55"/>
                </a:solidFill>
                <a:latin typeface="Torus" panose="00000500000000000000" pitchFamily="50" charset="0"/>
              </a:rPr>
              <a:t> / OD </a:t>
            </a:r>
            <a:r>
              <a:rPr lang="en-US" altLang="zh-CN" sz="1400" dirty="0">
                <a:solidFill>
                  <a:srgbClr val="FFDD55"/>
                </a:solidFill>
                <a:latin typeface="Torus Bold" panose="00000800000000000000" pitchFamily="50" charset="0"/>
              </a:rPr>
              <a:t>10.08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89C3D4A-7AE1-0BBD-92ED-700E83AB7792}"/>
              </a:ext>
            </a:extLst>
          </p:cNvPr>
          <p:cNvSpPr txBox="1"/>
          <p:nvPr/>
        </p:nvSpPr>
        <p:spPr>
          <a:xfrm>
            <a:off x="2555243" y="5868303"/>
            <a:ext cx="57599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Roll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0D63670-D26F-856C-5CD4-ED150C0763DC}"/>
              </a:ext>
            </a:extLst>
          </p:cNvPr>
          <p:cNvSpPr txBox="1"/>
          <p:nvPr/>
        </p:nvSpPr>
        <p:spPr>
          <a:xfrm>
            <a:off x="2555242" y="5468512"/>
            <a:ext cx="576000" cy="338554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2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BE5F22E-C4D1-BC8E-8588-AD9B8FF0B20E}"/>
              </a:ext>
            </a:extLst>
          </p:cNvPr>
          <p:cNvSpPr txBox="1"/>
          <p:nvPr/>
        </p:nvSpPr>
        <p:spPr>
          <a:xfrm>
            <a:off x="2555242" y="6268094"/>
            <a:ext cx="576000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21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15510F8C-B3C8-268A-BCC0-B5BBD847D222}"/>
              </a:ext>
            </a:extLst>
          </p:cNvPr>
          <p:cNvSpPr txBox="1"/>
          <p:nvPr/>
        </p:nvSpPr>
        <p:spPr>
          <a:xfrm>
            <a:off x="3202907" y="5866293"/>
            <a:ext cx="190019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tx1"/>
                  </a:solidFill>
                </a:ln>
                <a:effectLst>
                  <a:glow>
                    <a:schemeClr val="tx1"/>
                  </a:glow>
                </a:effectLst>
                <a:latin typeface="Torus" panose="00000500000000000000" pitchFamily="50" charset="0"/>
              </a:rPr>
              <a:t>Ban</a:t>
            </a:r>
            <a:endParaRPr lang="zh-CN" altLang="en-US" sz="1600" dirty="0">
              <a:ln>
                <a:solidFill>
                  <a:schemeClr val="tx1"/>
                </a:solidFill>
              </a:ln>
              <a:effectLst>
                <a:glow>
                  <a:schemeClr val="tx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D485FF3-1914-7482-B125-7A84CE78D6E9}"/>
              </a:ext>
            </a:extLst>
          </p:cNvPr>
          <p:cNvSpPr txBox="1"/>
          <p:nvPr/>
        </p:nvSpPr>
        <p:spPr>
          <a:xfrm>
            <a:off x="5174767" y="5868303"/>
            <a:ext cx="604126" cy="33855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DT1</a:t>
            </a:r>
            <a:endParaRPr lang="zh-CN" altLang="en-US" sz="1600" dirty="0">
              <a:ln>
                <a:solidFill>
                  <a:schemeClr val="bg1"/>
                </a:solidFill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E4CE2EF-E009-304E-68F9-090E69F899A5}"/>
              </a:ext>
            </a:extLst>
          </p:cNvPr>
          <p:cNvSpPr txBox="1"/>
          <p:nvPr/>
        </p:nvSpPr>
        <p:spPr>
          <a:xfrm>
            <a:off x="4498975" y="5464492"/>
            <a:ext cx="604127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NM4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4FEC2CF-3175-C840-4C66-0D3468F0FA1D}"/>
              </a:ext>
            </a:extLst>
          </p:cNvPr>
          <p:cNvSpPr txBox="1"/>
          <p:nvPr/>
        </p:nvSpPr>
        <p:spPr>
          <a:xfrm>
            <a:off x="3202906" y="5464492"/>
            <a:ext cx="604127" cy="338554"/>
          </a:xfrm>
          <a:prstGeom prst="rect">
            <a:avLst/>
          </a:prstGeom>
          <a:solidFill>
            <a:srgbClr val="AB1415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HD1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D4CA7FE-113C-0183-9E38-7F98361E5D0D}"/>
              </a:ext>
            </a:extLst>
          </p:cNvPr>
          <p:cNvSpPr txBox="1"/>
          <p:nvPr/>
        </p:nvSpPr>
        <p:spPr>
          <a:xfrm>
            <a:off x="3516617" y="6272408"/>
            <a:ext cx="604127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HD2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6AA6B0B-8CB7-D0D0-6E33-6D5FE4FAAAD7}"/>
              </a:ext>
            </a:extLst>
          </p:cNvPr>
          <p:cNvSpPr txBox="1"/>
          <p:nvPr/>
        </p:nvSpPr>
        <p:spPr>
          <a:xfrm>
            <a:off x="4188837" y="6272408"/>
            <a:ext cx="604126" cy="338554"/>
          </a:xfrm>
          <a:prstGeom prst="rect">
            <a:avLst/>
          </a:prstGeom>
          <a:solidFill>
            <a:srgbClr val="0F62A8">
              <a:alpha val="5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>
                <a:ln>
                  <a:solidFill>
                    <a:schemeClr val="bg1">
                      <a:alpha val="50000"/>
                    </a:schemeClr>
                  </a:solidFill>
                </a:ln>
                <a:solidFill>
                  <a:schemeClr val="bg1">
                    <a:alpha val="50000"/>
                  </a:schemeClr>
                </a:solidFill>
                <a:effectLst>
                  <a:glow>
                    <a:schemeClr val="bg1"/>
                  </a:glow>
                </a:effectLst>
                <a:latin typeface="Torus" panose="00000500000000000000" pitchFamily="50" charset="0"/>
              </a:rPr>
              <a:t>DT3</a:t>
            </a:r>
            <a:endParaRPr lang="zh-CN" altLang="en-US" sz="1600" dirty="0">
              <a:ln>
                <a:solidFill>
                  <a:schemeClr val="bg1">
                    <a:alpha val="50000"/>
                  </a:schemeClr>
                </a:solidFill>
              </a:ln>
              <a:solidFill>
                <a:schemeClr val="bg1">
                  <a:alpha val="50000"/>
                </a:schemeClr>
              </a:solidFill>
              <a:effectLst>
                <a:glow>
                  <a:schemeClr val="bg1"/>
                </a:glow>
              </a:effectLst>
              <a:latin typeface="Torus" panose="00000500000000000000" pitchFamily="50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2FA4D74-5A69-7E8A-9510-19C764478EF7}"/>
              </a:ext>
            </a:extLst>
          </p:cNvPr>
          <p:cNvSpPr txBox="1"/>
          <p:nvPr/>
        </p:nvSpPr>
        <p:spPr>
          <a:xfrm>
            <a:off x="156210" y="453050"/>
            <a:ext cx="1569644" cy="2947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United States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9E6D6A7-CC25-8923-2BA6-0829F0A5B21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56210" y="821647"/>
            <a:ext cx="526416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#2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D57885F-E08A-1E3E-45CE-84DF16CBCB9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56210" y="136007"/>
            <a:ext cx="1072023" cy="278578"/>
          </a:xfrm>
          <a:prstGeom prst="rect">
            <a:avLst/>
          </a:prstGeom>
          <a:solidFill>
            <a:srgbClr val="AB1415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RED 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8ACB758-2881-A55A-E51A-DF89F9B4D591}"/>
              </a:ext>
            </a:extLst>
          </p:cNvPr>
          <p:cNvSpPr txBox="1"/>
          <p:nvPr/>
        </p:nvSpPr>
        <p:spPr>
          <a:xfrm>
            <a:off x="1421669" y="7328"/>
            <a:ext cx="929132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osu</a:t>
            </a:r>
            <a:r>
              <a:rPr lang="en-US" altLang="zh-CN" sz="2400" dirty="0">
                <a:solidFill>
                  <a:schemeClr val="bg1"/>
                </a:solidFill>
                <a:latin typeface="Torus Bold" panose="00000800000000000000" charset="0"/>
                <a:cs typeface="Torus Bold" panose="00000800000000000000" charset="0"/>
              </a:rPr>
              <a:t>! World Cup 2025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CED3658C-DE2C-B1E4-F381-6B684FA234B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117579" y="463157"/>
            <a:ext cx="891693" cy="2785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7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Poland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970050D-3C42-DEFA-54A8-ACE60BC9B3A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509372" y="815439"/>
            <a:ext cx="499901" cy="2490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500" dirty="0">
                <a:ln>
                  <a:solidFill>
                    <a:schemeClr val="tx1"/>
                  </a:solidFill>
                </a:ln>
                <a:effectLst>
                  <a:glow>
                    <a:srgbClr val="38373C"/>
                  </a:glow>
                </a:effectLst>
                <a:latin typeface="Torus" panose="00000500000000000000" charset="0"/>
                <a:cs typeface="Torus" panose="00000500000000000000" charset="0"/>
              </a:rPr>
              <a:t>#1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6CCE7F54-D13F-8031-C690-698E1D57552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0845802" y="128391"/>
            <a:ext cx="1189988" cy="286194"/>
          </a:xfrm>
          <a:prstGeom prst="rect">
            <a:avLst/>
          </a:prstGeom>
          <a:solidFill>
            <a:srgbClr val="0F62A8"/>
          </a:solidFill>
        </p:spPr>
        <p:txBody>
          <a:bodyPr wrap="square" rtlCol="0" anchor="ctr" anchorCtr="0">
            <a:noAutofit/>
          </a:bodyPr>
          <a:lstStyle/>
          <a:p>
            <a:pPr algn="dist"/>
            <a:r>
              <a:rPr lang="en-US" altLang="zh-CN" sz="1500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Torus" panose="00000500000000000000" charset="0"/>
                <a:cs typeface="Torus" panose="00000500000000000000" charset="0"/>
              </a:rPr>
              <a:t>TEAM BLUE 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737F63E4-DBC8-1C9F-40FB-E92F60A03008}"/>
              </a:ext>
            </a:extLst>
          </p:cNvPr>
          <p:cNvSpPr txBox="1"/>
          <p:nvPr/>
        </p:nvSpPr>
        <p:spPr>
          <a:xfrm>
            <a:off x="5260898" y="463157"/>
            <a:ext cx="1654252" cy="311808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2000" spc="-50" dirty="0">
                <a:ln>
                  <a:solidFill>
                    <a:schemeClr val="bg1"/>
                  </a:solidFill>
                </a:ln>
                <a:latin typeface="Torus Bold" panose="00000800000000000000" charset="0"/>
                <a:cs typeface="Torus Bold" panose="00000800000000000000" charset="0"/>
                <a:sym typeface="+mn-ea"/>
              </a:rPr>
              <a:t>Grand Finals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8887060C-5D65-47DB-562B-DF090C435936}"/>
              </a:ext>
            </a:extLst>
          </p:cNvPr>
          <p:cNvGrpSpPr/>
          <p:nvPr/>
        </p:nvGrpSpPr>
        <p:grpSpPr>
          <a:xfrm>
            <a:off x="1275658" y="131202"/>
            <a:ext cx="2221934" cy="278580"/>
            <a:chOff x="1275658" y="131202"/>
            <a:chExt cx="2221934" cy="278580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C0575602-5F28-FCD3-F47C-2216440E13AD}"/>
                </a:ext>
              </a:extLst>
            </p:cNvPr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D43705D6-D711-13BE-2BFC-4FDE7D06D460}"/>
                </a:ext>
              </a:extLst>
            </p:cNvPr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E305EE33-961B-E09C-7FBC-04BFC6A3FFFA}"/>
                </a:ext>
              </a:extLst>
            </p:cNvPr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DBBD6E56-3F52-160C-62E3-AA43CD60642B}"/>
                </a:ext>
              </a:extLst>
            </p:cNvPr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FB9509C5-2ED2-2D83-0FCD-EC7D0DDA0C92}"/>
                </a:ext>
              </a:extLst>
            </p:cNvPr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AC49FBA7-58F4-B3A5-48D5-7CC440C6D9BA}"/>
                </a:ext>
              </a:extLst>
            </p:cNvPr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9E8710F-7EAF-6843-51D0-9BB2388174A5}"/>
                </a:ext>
              </a:extLst>
            </p:cNvPr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4C11252A-032A-EF26-66C8-6FFA95D11642}"/>
              </a:ext>
            </a:extLst>
          </p:cNvPr>
          <p:cNvGrpSpPr/>
          <p:nvPr/>
        </p:nvGrpSpPr>
        <p:grpSpPr>
          <a:xfrm>
            <a:off x="8578479" y="131964"/>
            <a:ext cx="2221934" cy="278580"/>
            <a:chOff x="1275658" y="131202"/>
            <a:chExt cx="2221934" cy="278580"/>
          </a:xfrm>
        </p:grpSpPr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023C4958-3F7A-CDD9-627A-9222C2160A44}"/>
                </a:ext>
              </a:extLst>
            </p:cNvPr>
            <p:cNvSpPr/>
            <p:nvPr/>
          </p:nvSpPr>
          <p:spPr>
            <a:xfrm>
              <a:off x="127565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78151622-DAF2-BE05-D1E5-AD745A22F831}"/>
                </a:ext>
              </a:extLst>
            </p:cNvPr>
            <p:cNvSpPr/>
            <p:nvPr/>
          </p:nvSpPr>
          <p:spPr>
            <a:xfrm>
              <a:off x="160166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FD30335B-5ECD-E067-480A-7A9752811D83}"/>
                </a:ext>
              </a:extLst>
            </p:cNvPr>
            <p:cNvSpPr/>
            <p:nvPr/>
          </p:nvSpPr>
          <p:spPr>
            <a:xfrm>
              <a:off x="1923443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28432FD1-3C0F-3340-0F34-CF91A79274B6}"/>
                </a:ext>
              </a:extLst>
            </p:cNvPr>
            <p:cNvSpPr/>
            <p:nvPr/>
          </p:nvSpPr>
          <p:spPr>
            <a:xfrm>
              <a:off x="2249447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C3DFF298-137E-4321-EEC2-B98A13B4C140}"/>
                </a:ext>
              </a:extLst>
            </p:cNvPr>
            <p:cNvSpPr/>
            <p:nvPr/>
          </p:nvSpPr>
          <p:spPr>
            <a:xfrm>
              <a:off x="2571228" y="131203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27B29443-5B6C-66B0-696E-2DF2D397EFED}"/>
                </a:ext>
              </a:extLst>
            </p:cNvPr>
            <p:cNvSpPr/>
            <p:nvPr/>
          </p:nvSpPr>
          <p:spPr>
            <a:xfrm>
              <a:off x="2897232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9BA95BF0-BC81-988C-7821-D38C43160DF0}"/>
                </a:ext>
              </a:extLst>
            </p:cNvPr>
            <p:cNvSpPr/>
            <p:nvPr/>
          </p:nvSpPr>
          <p:spPr>
            <a:xfrm>
              <a:off x="3219013" y="131202"/>
              <a:ext cx="278579" cy="278579"/>
            </a:xfrm>
            <a:prstGeom prst="rect">
              <a:avLst/>
            </a:prstGeom>
            <a:solidFill>
              <a:srgbClr val="FBE9AF">
                <a:alpha val="0"/>
              </a:srgb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glow>
                <a:srgbClr val="FBE9AF"/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871FFD9A-4999-00BC-D234-BA9546DE6100}"/>
              </a:ext>
            </a:extLst>
          </p:cNvPr>
          <p:cNvSpPr txBox="1"/>
          <p:nvPr/>
        </p:nvSpPr>
        <p:spPr>
          <a:xfrm>
            <a:off x="3740229" y="820420"/>
            <a:ext cx="47115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Torus" panose="00000500000000000000" pitchFamily="50" charset="0"/>
              </a:rPr>
              <a:t>Bracket Reset | Best of 13 | Sun 14 Dec @20:10(UTC+0)</a:t>
            </a:r>
            <a:endParaRPr lang="zh-CN" altLang="en-US" sz="14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B38651A-B7ED-E1E0-6E32-F0C17A86EF27}"/>
              </a:ext>
            </a:extLst>
          </p:cNvPr>
          <p:cNvSpPr/>
          <p:nvPr/>
        </p:nvSpPr>
        <p:spPr>
          <a:xfrm>
            <a:off x="5173242" y="6206857"/>
            <a:ext cx="604126" cy="399791"/>
          </a:xfrm>
          <a:prstGeom prst="rect">
            <a:avLst/>
          </a:prstGeom>
          <a:gradFill>
            <a:gsLst>
              <a:gs pos="0">
                <a:srgbClr val="0F62A8"/>
              </a:gs>
              <a:gs pos="100000">
                <a:srgbClr val="38373C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0CF95045-B93D-DE0D-0CF9-C133C8FB432F}"/>
              </a:ext>
            </a:extLst>
          </p:cNvPr>
          <p:cNvSpPr txBox="1"/>
          <p:nvPr/>
        </p:nvSpPr>
        <p:spPr>
          <a:xfrm>
            <a:off x="5116072" y="6193471"/>
            <a:ext cx="718466" cy="26161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1100" b="1" dirty="0">
                <a:solidFill>
                  <a:schemeClr val="bg1"/>
                </a:solidFill>
                <a:latin typeface="Torus" panose="00000500000000000000" pitchFamily="50" charset="0"/>
              </a:rPr>
              <a:t>+29,338</a:t>
            </a:r>
            <a:endParaRPr lang="zh-CN" altLang="en-US" sz="1100" b="1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CAA184-E3AB-C5CC-B598-7CD14D7DEC4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3" y="1706491"/>
            <a:ext cx="519552" cy="486131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0E0F5138-637A-ACE3-0D43-D238CBDD7463}"/>
              </a:ext>
            </a:extLst>
          </p:cNvPr>
          <p:cNvGrpSpPr/>
          <p:nvPr/>
        </p:nvGrpSpPr>
        <p:grpSpPr>
          <a:xfrm>
            <a:off x="487946" y="2316481"/>
            <a:ext cx="11267643" cy="838274"/>
            <a:chOff x="487946" y="1333254"/>
            <a:chExt cx="11267643" cy="838274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EE07223C-8044-4FEB-384A-17720212C66F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580,827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E9A19373-3955-A585-DC9D-48420F92134F}"/>
                </a:ext>
              </a:extLst>
            </p:cNvPr>
            <p:cNvGrpSpPr/>
            <p:nvPr/>
          </p:nvGrpSpPr>
          <p:grpSpPr>
            <a:xfrm>
              <a:off x="487946" y="1333254"/>
              <a:ext cx="1482882" cy="400110"/>
              <a:chOff x="487946" y="1333254"/>
              <a:chExt cx="1482882" cy="400110"/>
            </a:xfrm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E70684A-9EDD-8A01-BDF6-D30B13366C15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1865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decaten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B5DB45D-8F33-793E-BF52-7500C63C4031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2</a:t>
                </a:r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D255DC78-9409-3778-9F13-6A8FC133150F}"/>
                </a:ext>
              </a:extLst>
            </p:cNvPr>
            <p:cNvSpPr txBox="1"/>
            <p:nvPr/>
          </p:nvSpPr>
          <p:spPr>
            <a:xfrm>
              <a:off x="10388441" y="1333254"/>
              <a:ext cx="10615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 err="1">
                  <a:solidFill>
                    <a:srgbClr val="FF66AB"/>
                  </a:solidFill>
                  <a:latin typeface="Torus Bold" panose="00000800000000000000" pitchFamily="50" charset="0"/>
                </a:rPr>
                <a:t>gnahus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0BE4B72B-2757-3B1B-C224-A2CC67ABD97E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2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54C6F6E-24A7-8400-79B2-0A9B5F05682C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532,679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E31157EB-81AA-8455-ED23-B62847894108}"/>
              </a:ext>
            </a:extLst>
          </p:cNvPr>
          <p:cNvGrpSpPr/>
          <p:nvPr/>
        </p:nvGrpSpPr>
        <p:grpSpPr>
          <a:xfrm>
            <a:off x="487938" y="3299714"/>
            <a:ext cx="11267643" cy="838274"/>
            <a:chOff x="487946" y="1333254"/>
            <a:chExt cx="11267643" cy="838274"/>
          </a:xfrm>
        </p:grpSpPr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33FC1546-83A6-CD4C-8157-3A041849BDB7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462,813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D61484AB-2CB0-96E5-77EE-6D9B7138593F}"/>
                </a:ext>
              </a:extLst>
            </p:cNvPr>
            <p:cNvGrpSpPr/>
            <p:nvPr/>
          </p:nvGrpSpPr>
          <p:grpSpPr>
            <a:xfrm>
              <a:off x="487946" y="1333254"/>
              <a:ext cx="1880427" cy="400110"/>
              <a:chOff x="487946" y="1333254"/>
              <a:chExt cx="1880427" cy="400110"/>
            </a:xfrm>
          </p:grpSpPr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6C06B62B-C80E-0295-8025-D225154EA8BF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5840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WindowLife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4037DB6D-B220-71EB-9DBF-0EE7C1D7D65D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3</a:t>
                </a:r>
              </a:p>
            </p:txBody>
          </p:sp>
        </p:grp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D05293B4-9A4A-2F1C-F251-94C623B75B06}"/>
                </a:ext>
              </a:extLst>
            </p:cNvPr>
            <p:cNvSpPr txBox="1"/>
            <p:nvPr/>
          </p:nvSpPr>
          <p:spPr>
            <a:xfrm>
              <a:off x="9673502" y="1333254"/>
              <a:ext cx="177644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MALISZEWSKI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id="{9D1A82EF-20E1-845F-5E32-96FC39488246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3</a:t>
              </a:r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C7ACF972-EE6C-A305-CA05-78907662A4A8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529,555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E619B474-48CD-AE82-1890-233617328E8B}"/>
              </a:ext>
            </a:extLst>
          </p:cNvPr>
          <p:cNvGrpSpPr/>
          <p:nvPr/>
        </p:nvGrpSpPr>
        <p:grpSpPr>
          <a:xfrm>
            <a:off x="487949" y="4282949"/>
            <a:ext cx="11267643" cy="838274"/>
            <a:chOff x="487946" y="1333254"/>
            <a:chExt cx="11267643" cy="838274"/>
          </a:xfrm>
        </p:grpSpPr>
        <p:sp>
          <p:nvSpPr>
            <p:cNvPr id="117" name="文本框 116">
              <a:extLst>
                <a:ext uri="{FF2B5EF4-FFF2-40B4-BE49-F238E27FC236}">
                  <a16:creationId xmlns:a16="http://schemas.microsoft.com/office/drawing/2014/main" id="{7EA3A3CD-496F-3E5E-798B-617D31FF95D5}"/>
                </a:ext>
              </a:extLst>
            </p:cNvPr>
            <p:cNvSpPr txBox="1"/>
            <p:nvPr/>
          </p:nvSpPr>
          <p:spPr>
            <a:xfrm>
              <a:off x="1667761" y="1648308"/>
              <a:ext cx="24842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452,715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3170859E-1565-1488-F459-2DA784B6DA47}"/>
                </a:ext>
              </a:extLst>
            </p:cNvPr>
            <p:cNvGrpSpPr/>
            <p:nvPr/>
          </p:nvGrpSpPr>
          <p:grpSpPr>
            <a:xfrm>
              <a:off x="487946" y="1333254"/>
              <a:ext cx="1333802" cy="400110"/>
              <a:chOff x="487946" y="1333254"/>
              <a:chExt cx="1333802" cy="400110"/>
            </a:xfrm>
          </p:grpSpPr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5C5A451B-148D-0ECF-B7A7-42AB3775D865}"/>
                  </a:ext>
                </a:extLst>
              </p:cNvPr>
              <p:cNvSpPr txBox="1"/>
              <p:nvPr/>
            </p:nvSpPr>
            <p:spPr>
              <a:xfrm>
                <a:off x="784285" y="1333254"/>
                <a:ext cx="103746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FF66AB"/>
                    </a:solidFill>
                    <a:latin typeface="Torus Bold" panose="00000800000000000000" pitchFamily="50" charset="0"/>
                  </a:rPr>
                  <a:t>tekkito</a:t>
                </a:r>
                <a:endParaRPr lang="zh-CN" altLang="en-US" sz="2000" dirty="0">
                  <a:solidFill>
                    <a:srgbClr val="FF66AB"/>
                  </a:solidFill>
                  <a:latin typeface="Torus Bold" panose="00000800000000000000" pitchFamily="50" charset="0"/>
                </a:endParaRPr>
              </a:p>
            </p:txBody>
          </p:sp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9E889D7C-7907-E25D-E31B-08C0777D2B1C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87946" y="1405897"/>
                <a:ext cx="310964" cy="278578"/>
              </a:xfrm>
              <a:prstGeom prst="rect">
                <a:avLst/>
              </a:prstGeom>
              <a:solidFill>
                <a:srgbClr val="AB1415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dist"/>
                <a:r>
                  <a:rPr lang="en-US" altLang="zh-CN" sz="1400" dirty="0">
                    <a:ln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effectLst>
                      <a:glow>
                        <a:schemeClr val="bg1"/>
                      </a:glow>
                    </a:effectLst>
                    <a:latin typeface="Torus" panose="00000500000000000000" charset="0"/>
                    <a:cs typeface="Torus" panose="00000500000000000000" charset="0"/>
                  </a:rPr>
                  <a:t>4</a:t>
                </a:r>
              </a:p>
            </p:txBody>
          </p:sp>
        </p:grp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7BC3F110-2657-5A1D-FFA3-8954E38E2122}"/>
                </a:ext>
              </a:extLst>
            </p:cNvPr>
            <p:cNvSpPr txBox="1"/>
            <p:nvPr/>
          </p:nvSpPr>
          <p:spPr>
            <a:xfrm>
              <a:off x="10651333" y="1333254"/>
              <a:ext cx="7986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Rafis</a:t>
              </a:r>
              <a:endParaRPr lang="zh-CN" altLang="en-US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002AF3A0-35FF-CC50-AF86-9DD6B09269F1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11444625" y="1427913"/>
              <a:ext cx="310964" cy="278578"/>
            </a:xfrm>
            <a:prstGeom prst="rect">
              <a:avLst/>
            </a:prstGeom>
            <a:solidFill>
              <a:srgbClr val="0F62A8"/>
            </a:solidFill>
          </p:spPr>
          <p:txBody>
            <a:bodyPr wrap="square" rtlCol="0" anchor="ctr" anchorCtr="0">
              <a:noAutofit/>
            </a:bodyPr>
            <a:lstStyle/>
            <a:p>
              <a:pPr algn="dist"/>
              <a:r>
                <a:rPr lang="en-US" altLang="zh-CN" sz="14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Torus" panose="00000500000000000000" charset="0"/>
                  <a:cs typeface="Torus" panose="00000500000000000000" charset="0"/>
                </a:rPr>
                <a:t>4</a:t>
              </a:r>
            </a:p>
          </p:txBody>
        </p: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C8E78ACE-DD1C-3920-99C8-07E98A9FA204}"/>
                </a:ext>
              </a:extLst>
            </p:cNvPr>
            <p:cNvSpPr txBox="1"/>
            <p:nvPr/>
          </p:nvSpPr>
          <p:spPr>
            <a:xfrm>
              <a:off x="8135253" y="1647355"/>
              <a:ext cx="24042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solidFill>
                    <a:srgbClr val="D9A6BD"/>
                  </a:solidFill>
                  <a:latin typeface="Torus" panose="00000500000000000000" pitchFamily="50" charset="0"/>
                </a:rPr>
                <a:t>SCORE </a:t>
              </a:r>
              <a:r>
                <a:rPr lang="en-US" altLang="zh-CN" sz="1600" dirty="0">
                  <a:solidFill>
                    <a:schemeClr val="bg1"/>
                  </a:solidFill>
                  <a:latin typeface="Torus" panose="00000500000000000000" pitchFamily="50" charset="0"/>
                </a:rPr>
                <a:t> </a:t>
              </a:r>
              <a:r>
                <a:rPr lang="en-US" altLang="zh-CN" sz="2800" dirty="0">
                  <a:solidFill>
                    <a:srgbClr val="FF66AB"/>
                  </a:solidFill>
                  <a:latin typeface="Torus Bold" panose="00000800000000000000" pitchFamily="50" charset="0"/>
                </a:rPr>
                <a:t>307,260</a:t>
              </a:r>
              <a:endParaRPr lang="en-US" altLang="zh-CN" sz="2000" dirty="0">
                <a:solidFill>
                  <a:srgbClr val="FF66AB"/>
                </a:solidFill>
                <a:latin typeface="Torus Bold" panose="00000800000000000000" pitchFamily="50" charset="0"/>
              </a:endParaRPr>
            </a:p>
          </p:txBody>
        </p:sp>
      </p:grpSp>
      <p:pic>
        <p:nvPicPr>
          <p:cNvPr id="124" name="图片 123">
            <a:extLst>
              <a:ext uri="{FF2B5EF4-FFF2-40B4-BE49-F238E27FC236}">
                <a16:creationId xmlns:a16="http://schemas.microsoft.com/office/drawing/2014/main" id="{E8CD0C6A-422F-F39B-1B9E-50FDCE2D5F3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3" y="2689718"/>
            <a:ext cx="519552" cy="486131"/>
          </a:xfrm>
          <a:prstGeom prst="rect">
            <a:avLst/>
          </a:prstGeom>
        </p:spPr>
      </p:pic>
      <p:pic>
        <p:nvPicPr>
          <p:cNvPr id="127" name="图片 126">
            <a:extLst>
              <a:ext uri="{FF2B5EF4-FFF2-40B4-BE49-F238E27FC236}">
                <a16:creationId xmlns:a16="http://schemas.microsoft.com/office/drawing/2014/main" id="{AFDB9E38-B02E-0944-86A6-BA32D685AA15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18" y="3671410"/>
            <a:ext cx="519552" cy="486131"/>
          </a:xfrm>
          <a:prstGeom prst="rect">
            <a:avLst/>
          </a:prstGeom>
        </p:spPr>
      </p:pic>
      <p:pic>
        <p:nvPicPr>
          <p:cNvPr id="132" name="图片 131">
            <a:extLst>
              <a:ext uri="{FF2B5EF4-FFF2-40B4-BE49-F238E27FC236}">
                <a16:creationId xmlns:a16="http://schemas.microsoft.com/office/drawing/2014/main" id="{7F88C6A9-B093-E4F7-1302-68F2F181FAB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99" y="4653755"/>
            <a:ext cx="519552" cy="486131"/>
          </a:xfrm>
          <a:prstGeom prst="rect">
            <a:avLst/>
          </a:prstGeom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FC775B1E-AAFF-97AE-0023-85F719C50105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1" y="1711473"/>
            <a:ext cx="519552" cy="486131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35C9C7CD-E094-2A93-20E7-ADC47B483DA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1" y="2694700"/>
            <a:ext cx="519552" cy="486131"/>
          </a:xfrm>
          <a:prstGeom prst="rect">
            <a:avLst/>
          </a:prstGeom>
        </p:spPr>
      </p:pic>
      <p:pic>
        <p:nvPicPr>
          <p:cNvPr id="135" name="图片 134">
            <a:extLst>
              <a:ext uri="{FF2B5EF4-FFF2-40B4-BE49-F238E27FC236}">
                <a16:creationId xmlns:a16="http://schemas.microsoft.com/office/drawing/2014/main" id="{910169D1-E562-12A4-5A98-992C8AE84D3E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016" y="3676392"/>
            <a:ext cx="519552" cy="486131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F6193CA1-9CB8-20FD-B9E2-584DB65EA397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9697" y="4658737"/>
            <a:ext cx="519552" cy="48613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9C54840-84CB-B0C2-91AA-9F1E8382D0AF}"/>
              </a:ext>
            </a:extLst>
          </p:cNvPr>
          <p:cNvSpPr txBox="1"/>
          <p:nvPr/>
        </p:nvSpPr>
        <p:spPr>
          <a:xfrm>
            <a:off x="1666875" y="2023706"/>
            <a:ext cx="22297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Opp. Impact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1.222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E8F126-D8F5-DAC0-95E7-E39FD53F91DD}"/>
              </a:ext>
            </a:extLst>
          </p:cNvPr>
          <p:cNvSpPr txBox="1"/>
          <p:nvPr/>
        </p:nvSpPr>
        <p:spPr>
          <a:xfrm>
            <a:off x="1667933" y="2998076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Opp. Impact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1.057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E6647AD-CAF4-28DC-22A6-30DCB1386B30}"/>
              </a:ext>
            </a:extLst>
          </p:cNvPr>
          <p:cNvSpPr txBox="1"/>
          <p:nvPr/>
        </p:nvSpPr>
        <p:spPr>
          <a:xfrm>
            <a:off x="1669673" y="3992141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Opp. Impact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0.843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36406CD-3CB1-D6A0-5D8B-642184439B01}"/>
              </a:ext>
            </a:extLst>
          </p:cNvPr>
          <p:cNvSpPr txBox="1"/>
          <p:nvPr/>
        </p:nvSpPr>
        <p:spPr>
          <a:xfrm>
            <a:off x="1671412" y="4965424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Opp. Impact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0.824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EF4B452-3BC1-A43F-F7DB-4937203CC91B}"/>
              </a:ext>
            </a:extLst>
          </p:cNvPr>
          <p:cNvSpPr txBox="1"/>
          <p:nvPr/>
        </p:nvSpPr>
        <p:spPr>
          <a:xfrm>
            <a:off x="8131800" y="2020246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Opp. Impact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rgbClr val="00FF00"/>
                </a:solidFill>
                <a:latin typeface="Torus Bold" panose="00000800000000000000" pitchFamily="50" charset="0"/>
              </a:rPr>
              <a:t>1.527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09B8BCC-8748-1483-7684-D4C37AA267C1}"/>
              </a:ext>
            </a:extLst>
          </p:cNvPr>
          <p:cNvSpPr txBox="1"/>
          <p:nvPr/>
        </p:nvSpPr>
        <p:spPr>
          <a:xfrm>
            <a:off x="8132858" y="2994616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Opp. Impact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0.983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BB9924D-3C27-F42A-914B-775926C408FF}"/>
              </a:ext>
            </a:extLst>
          </p:cNvPr>
          <p:cNvSpPr txBox="1"/>
          <p:nvPr/>
        </p:nvSpPr>
        <p:spPr>
          <a:xfrm>
            <a:off x="8134598" y="3988681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Opp. Impact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Torus Bold" panose="00000800000000000000" pitchFamily="50" charset="0"/>
              </a:rPr>
              <a:t>0.977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AB55A78-63F0-47B5-177C-9B075102815C}"/>
              </a:ext>
            </a:extLst>
          </p:cNvPr>
          <p:cNvSpPr txBox="1"/>
          <p:nvPr/>
        </p:nvSpPr>
        <p:spPr>
          <a:xfrm>
            <a:off x="8136337" y="4961964"/>
            <a:ext cx="19774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D9A6BD"/>
                </a:solidFill>
                <a:latin typeface="Torus" panose="00000500000000000000" pitchFamily="50" charset="0"/>
              </a:rPr>
              <a:t>Opp. Impact </a:t>
            </a:r>
            <a:r>
              <a:rPr lang="en-US" altLang="zh-CN" sz="1600" dirty="0">
                <a:solidFill>
                  <a:schemeClr val="bg1"/>
                </a:solidFill>
                <a:latin typeface="Torus" panose="00000500000000000000" pitchFamily="50" charset="0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Torus Bold" panose="00000800000000000000" pitchFamily="50" charset="0"/>
              </a:rPr>
              <a:t>0.567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77420E0-B61A-6815-3896-3B193615E3D5}"/>
              </a:ext>
            </a:extLst>
          </p:cNvPr>
          <p:cNvSpPr txBox="1"/>
          <p:nvPr/>
        </p:nvSpPr>
        <p:spPr>
          <a:xfrm>
            <a:off x="4550555" y="5122934"/>
            <a:ext cx="30909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bg1"/>
                </a:solidFill>
                <a:latin typeface="Torus" panose="00000500000000000000" pitchFamily="50" charset="0"/>
              </a:rPr>
              <a:t>Opp. Impact = Player’s Score / Opp. Avg.</a:t>
            </a:r>
            <a:endParaRPr lang="zh-CN" altLang="en-US" sz="1200" dirty="0">
              <a:solidFill>
                <a:schemeClr val="bg1"/>
              </a:solidFill>
              <a:latin typeface="Torus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0418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4000">
        <p159:morph option="byObject"/>
      </p:transition>
    </mc:Choice>
    <mc:Fallback>
      <p:transition spd="slow" advTm="4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37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7B1EF-E88F-DBEC-4B78-B9EE45B45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217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4000">
        <p159:morph option="byObject"/>
      </p:transition>
    </mc:Choice>
    <mc:Fallback xmlns="">
      <p:transition spd="slow" advTm="4000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FmZWIzNDg2MmIzZjExOTIzMmViNTBmYTMwYTk0ZW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1300</TotalTime>
  <Words>1082</Words>
  <Application>Microsoft Office PowerPoint</Application>
  <PresentationFormat>宽屏</PresentationFormat>
  <Paragraphs>504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Arial</vt:lpstr>
      <vt:lpstr>Calibri</vt:lpstr>
      <vt:lpstr>Torus</vt:lpstr>
      <vt:lpstr>Torus Bold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张三</dc:creator>
  <cp:lastModifiedBy>三 张</cp:lastModifiedBy>
  <cp:revision>22</cp:revision>
  <dcterms:created xsi:type="dcterms:W3CDTF">2023-08-09T12:44:00Z</dcterms:created>
  <dcterms:modified xsi:type="dcterms:W3CDTF">2026-10-21T17:02:11Z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2052-12.1.0.16120</vt:lpwstr>
  </property>
</Properties>
</file>