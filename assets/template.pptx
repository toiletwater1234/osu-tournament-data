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docProps/core.xml" ContentType="application/vnd.openxmlformats-package.core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46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43.xml" ContentType="application/vnd.openxmlformats-officedocument.presentationml.slide+xml"/>
  <Override PartName="/ppt/slides/slide41.xml" ContentType="application/vnd.openxmlformats-officedocument.presentationml.slide+xml"/>
  <Override PartName="/ppt/slides/slide12.xml" ContentType="application/vnd.openxmlformats-officedocument.presentationml.slid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42.xml" ContentType="application/vnd.openxmlformats-officedocument.presentationml.slide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s/slide13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45.xml" ContentType="application/vnd.openxmlformats-officedocument.presentationml.slide+xml"/>
  <Override PartName="/ppt/slides/slide16.xml" ContentType="application/vnd.openxmlformats-officedocument.presentationml.slide+xml"/>
  <Override PartName="/ppt/slides/slide20.xml" ContentType="application/vnd.openxmlformats-officedocument.presentationml.slide+xml"/>
  <Override PartName="/ppt/slides/slide44.xml" ContentType="application/vnd.openxmlformats-officedocument.presentationml.slide+xml"/>
  <Override PartName="/ppt/slides/slide17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37.xml" ContentType="application/vnd.openxmlformats-officedocument.presentationml.slide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9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43" Type="http://schemas.openxmlformats.org/officeDocument/2006/relationships/slide" Target="slides/slide43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38" Type="http://schemas.openxmlformats.org/officeDocument/2006/relationships/slide" Target="slides/slide38.xml" /><Relationship Id="rId36" Type="http://schemas.openxmlformats.org/officeDocument/2006/relationships/slide" Target="slides/slide36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47" Type="http://schemas.openxmlformats.org/officeDocument/2006/relationships/tableStyles" Target="tableStyles.xml" /><Relationship Id="rId2" Type="http://schemas.openxmlformats.org/officeDocument/2006/relationships/slide" Target="slides/slide2.xml" /><Relationship Id="rId16" Type="http://schemas.openxmlformats.org/officeDocument/2006/relationships/slide" Target="slides/slide16.xml" /><Relationship Id="rId20" Type="http://schemas.openxmlformats.org/officeDocument/2006/relationships/slide" Target="slides/slide20.xml" /><Relationship Id="rId17" Type="http://schemas.openxmlformats.org/officeDocument/2006/relationships/slide" Target="slides/slide17.xml" /><Relationship Id="rId8" Type="http://schemas.openxmlformats.org/officeDocument/2006/relationships/slide" Target="slides/slide8.xml" /><Relationship Id="rId21" Type="http://schemas.openxmlformats.org/officeDocument/2006/relationships/slide" Target="slides/slide21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2" Type="http://schemas.openxmlformats.org/officeDocument/2006/relationships/slide" Target="slides/slide22.xml" /><Relationship Id="rId27" Type="http://schemas.openxmlformats.org/officeDocument/2006/relationships/slide" Target="slides/slide27.xml" /><Relationship Id="rId23" Type="http://schemas.openxmlformats.org/officeDocument/2006/relationships/slide" Target="slides/slide23.xml" /><Relationship Id="rId41" Type="http://schemas.openxmlformats.org/officeDocument/2006/relationships/slide" Target="slides/slide41.xml" /><Relationship Id="rId25" Type="http://schemas.openxmlformats.org/officeDocument/2006/relationships/slide" Target="slides/slide25.xml" /><Relationship Id="rId24" Type="http://schemas.openxmlformats.org/officeDocument/2006/relationships/slide" Target="slides/slide24.xml" /><Relationship Id="rId26" Type="http://schemas.openxmlformats.org/officeDocument/2006/relationships/slide" Target="slides/slide26.xml" /><Relationship Id="rId28" Type="http://schemas.openxmlformats.org/officeDocument/2006/relationships/slide" Target="slides/slide28.xml" /><Relationship Id="rId35" Type="http://schemas.openxmlformats.org/officeDocument/2006/relationships/slide" Target="slides/slide35.xml" /><Relationship Id="rId29" Type="http://schemas.openxmlformats.org/officeDocument/2006/relationships/slide" Target="slides/slide29.xml" /><Relationship Id="rId37" Type="http://schemas.openxmlformats.org/officeDocument/2006/relationships/slide" Target="slides/slide37.xml" /><Relationship Id="rId32" Type="http://schemas.openxmlformats.org/officeDocument/2006/relationships/slide" Target="slides/slide32.xml" /><Relationship Id="rId3" Type="http://schemas.openxmlformats.org/officeDocument/2006/relationships/slide" Target="slides/slide3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3" Type="http://schemas.openxmlformats.org/officeDocument/2006/relationships/slide" Target="slides/slide33.xml" /><Relationship Id="rId34" Type="http://schemas.openxmlformats.org/officeDocument/2006/relationships/slide" Target="slides/slide34.xml" /><Relationship Id="rId39" Type="http://schemas.openxmlformats.org/officeDocument/2006/relationships/slide" Target="slides/slide39.xml" /><Relationship Id="rId4" Type="http://schemas.openxmlformats.org/officeDocument/2006/relationships/slide" Target="slides/slide4.xml" /><Relationship Id="rId42" Type="http://schemas.openxmlformats.org/officeDocument/2006/relationships/slide" Target="slides/slide42.xml" /><Relationship Id="rId40" Type="http://schemas.openxmlformats.org/officeDocument/2006/relationships/slide" Target="slides/slide40.xml" /><Relationship Id="rId44" Type="http://schemas.openxmlformats.org/officeDocument/2006/relationships/slide" Target="slides/slide44.xml" /><Relationship Id="rId45" Type="http://schemas.openxmlformats.org/officeDocument/2006/relationships/slide" Target="slides/slide45.xml" /><Relationship Id="rId46" Type="http://schemas.openxmlformats.org/officeDocument/2006/relationships/slide" Target="slides/slide46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p159="http://schemas.microsoft.com/office/powerpoint/2015/09/main" xmlns:a="http://schemas.openxmlformats.org/drawingml/2006/main" xmlns:mc="http://schemas.openxmlformats.org/markup-compatibility/2006" type="title" mc:Ignorable="p159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/>
            <a:r>
              <a:rPr lang="zh-CN" altLang="en-US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D997B5FA-0921-464F-AAE1-844C04324D75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p="http://schemas.openxmlformats.org/presentationml/2006/main" xmlns:p159="http://schemas.microsoft.com/office/powerpoint/2015/09/main" xmlns:a="http://schemas.openxmlformats.org/drawingml/2006/main" xmlns:mc="http://schemas.openxmlformats.org/markup-compatibility/2006" type="obj" mc:Ignorable="p159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D997B5FA-0921-464F-AAE1-844C04324D75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p="http://schemas.openxmlformats.org/presentationml/2006/main" xmlns:p159="http://schemas.microsoft.com/office/powerpoint/2015/09/main" xmlns:a="http://schemas.openxmlformats.org/drawingml/2006/main" xmlns:mc="http://schemas.openxmlformats.org/markup-compatibility/2006" type="secHead" mc:Ignorable="p159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D997B5FA-0921-464F-AAE1-844C04324D75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p="http://schemas.openxmlformats.org/presentationml/2006/main" xmlns:p159="http://schemas.microsoft.com/office/powerpoint/2015/09/main" xmlns:a="http://schemas.openxmlformats.org/drawingml/2006/main" xmlns:mc="http://schemas.openxmlformats.org/markup-compatibility/2006" type="twoObj" mc:Ignorable="p159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D997B5FA-0921-464F-AAE1-844C04324D75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p="http://schemas.openxmlformats.org/presentationml/2006/main" xmlns:p159="http://schemas.microsoft.com/office/powerpoint/2015/09/main" xmlns:a="http://schemas.openxmlformats.org/drawingml/2006/main" xmlns:mc="http://schemas.openxmlformats.org/markup-compatibility/2006" type="twoTxTwoObj" mc:Ignorable="p159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D997B5FA-0921-464F-AAE1-844C04324D75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p="http://schemas.openxmlformats.org/presentationml/2006/main" xmlns:p159="http://schemas.microsoft.com/office/powerpoint/2015/09/main" xmlns:a="http://schemas.openxmlformats.org/drawingml/2006/main" xmlns:mc="http://schemas.openxmlformats.org/markup-compatibility/2006" type="titleOnly" mc:Ignorable="p159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D997B5FA-0921-464F-AAE1-844C04324D75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p="http://schemas.openxmlformats.org/presentationml/2006/main" xmlns:p159="http://schemas.microsoft.com/office/powerpoint/2015/09/main" xmlns:a="http://schemas.openxmlformats.org/drawingml/2006/main" xmlns:mc="http://schemas.openxmlformats.org/markup-compatibility/2006" type="blank" mc:Ignorable="p159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D997B5FA-0921-464F-AAE1-844C04324D75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p="http://schemas.openxmlformats.org/presentationml/2006/main" xmlns:p159="http://schemas.microsoft.com/office/powerpoint/2015/09/main" xmlns:a="http://schemas.openxmlformats.org/drawingml/2006/main" xmlns:mc="http://schemas.openxmlformats.org/markup-compatibility/2006" type="objTx" mc:Ignorable="p159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D997B5FA-0921-464F-AAE1-844C04324D75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p="http://schemas.openxmlformats.org/presentationml/2006/main" xmlns:p159="http://schemas.microsoft.com/office/powerpoint/2015/09/main" xmlns:a="http://schemas.openxmlformats.org/drawingml/2006/main" xmlns:mc="http://schemas.openxmlformats.org/markup-compatibility/2006" type="picTx" mc:Ignorable="p159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D997B5FA-0921-464F-AAE1-844C04324D75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p="http://schemas.openxmlformats.org/presentationml/2006/main" xmlns:p159="http://schemas.microsoft.com/office/powerpoint/2015/09/main" xmlns:a="http://schemas.openxmlformats.org/drawingml/2006/main" xmlns:mc="http://schemas.openxmlformats.org/markup-compatibility/2006" type="vertTx" mc:Ignorable="p159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D997B5FA-0921-464F-AAE1-844C04324D75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p="http://schemas.openxmlformats.org/presentationml/2006/main" xmlns:p159="http://schemas.microsoft.com/office/powerpoint/2015/09/main" xmlns:a="http://schemas.openxmlformats.org/drawingml/2006/main" xmlns:mc="http://schemas.openxmlformats.org/markup-compatibility/2006" type="vertTitleAndTx" mc:Ignorable="p159">
  <p:cSld name="垂直排列标题与 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D997B5FA-0921-464F-AAE1-844C04324D75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slideLayout" Target="../slideLayouts/slideLayout4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997B5FA-0921-464F-AAE1-844C04324D75}" type="datetimeFigureOut">
              <a:rPr lang="zh-CN" altLang="en-US" smtClean="0"/>
              <a:t>2026/8/22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jp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jp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jp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jpg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jpg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jp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jp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jpg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jpg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jpg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jpg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jpg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jpg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jpg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jpg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jpg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jpg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jpg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jpg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jpg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jpg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jpg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jpg" /></Relationships>
</file>

<file path=ppt/slides/_rels/slide4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jpg" /></Relationships>
</file>

<file path=ppt/slides/_rels/slide4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jpg" /></Relationships>
</file>

<file path=ppt/slides/_rels/slide4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jpg" /></Relationships>
</file>

<file path=ppt/slides/_rels/slide4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jpg" /></Relationships>
</file>

<file path=ppt/slides/_rels/slide4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jpg" /></Relationships>
</file>

<file path=ppt/slides/_rels/slide4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p="http://schemas.openxmlformats.org/presentationml/2006/main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8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7" name="组合 9"/>
          <p:cNvGrpSpPr/>
          <p:nvPr/>
        </p:nvGrpSpPr>
        <p:grpSpPr>
          <a:xfrm>
            <a:off x="1307465" y="3331210"/>
            <a:ext cx="2291080" cy="1725930"/>
            <a:chOff x="3859" y="5376"/>
            <a:chExt cx="3608" cy="2718"/>
          </a:xfrm>
        </p:grpSpPr>
        <p:sp>
          <p:nvSpPr>
            <p:cNvPr id="848" name="文本框 4"/>
            <p:cNvSpPr txBox="1"/>
            <p:nvPr/>
          </p:nvSpPr>
          <p:spPr>
            <a:xfrm>
              <a:off x="3859" y="6153"/>
              <a:ext cx="3608" cy="101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4000" dirty="0">
                  <a:ln w="15875">
                    <a:solidFill>
                      <a:schemeClr val="tx1"/>
                    </a:solidFill>
                  </a:ln>
                  <a:effectLst>
                    <a:glow>
                      <a:srgbClr val="38373C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Vietnam</a:t>
              </a:r>
              <a:endParaRPr/>
            </a:p>
          </p:txBody>
        </p:sp>
        <p:sp>
          <p:nvSpPr>
            <p:cNvPr id="849" name="文本框 5"/>
            <p:cNvSpPr txBox="1"/>
            <p:nvPr/>
          </p:nvSpPr>
          <p:spPr>
            <a:xfrm>
              <a:off x="3859" y="7361"/>
              <a:ext cx="1340" cy="7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b" anchorCtr="0">
              <a:noAutofit/>
            </a:bodyPr>
            <a:lstStyle/>
            <a:p>
              <a:pPr algn="l"/>
              <a:r>
                <a:rPr lang="en-US" altLang="zh-CN" sz="2800" dirty="0">
                  <a:ln w="12700">
                    <a:solidFill>
                      <a:schemeClr val="tx1"/>
                    </a:solidFill>
                  </a:ln>
                  <a:effectLst>
                    <a:glow>
                      <a:srgbClr val="38373C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#16</a:t>
              </a:r>
              <a:endParaRPr/>
            </a:p>
          </p:txBody>
        </p:sp>
        <p:sp>
          <p:nvSpPr>
            <p:cNvPr id="850" name="文本框 7"/>
            <p:cNvSpPr txBox="1"/>
            <p:nvPr/>
          </p:nvSpPr>
          <p:spPr>
            <a:xfrm>
              <a:off x="3859" y="5376"/>
              <a:ext cx="2448" cy="649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3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TEAM RED </a:t>
              </a:r>
              <a:endParaRPr/>
            </a:p>
          </p:txBody>
        </p:sp>
      </p:grpSp>
      <p:sp>
        <p:nvSpPr>
          <p:cNvPr id="851" name="文本框 8"/>
          <p:cNvSpPr txBox="1"/>
          <p:nvPr/>
        </p:nvSpPr>
        <p:spPr>
          <a:xfrm>
            <a:off x="1450340" y="1160780"/>
            <a:ext cx="92913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 lang="en-US" altLang="zh-CN" sz="5400" dirty="0">
              <a:solidFill>
                <a:schemeClr val="bg1"/>
              </a:solidFill>
              <a:latin typeface="Torus Bold" panose="00000800000000000000" charset="0"/>
              <a:cs typeface="Torus Bold" panose="00000800000000000000" charset="0"/>
            </a:endParaRPr>
          </a:p>
        </p:txBody>
      </p:sp>
      <p:grpSp>
        <p:nvGrpSpPr>
          <p:cNvPr id="852" name="组合 10"/>
          <p:cNvGrpSpPr/>
          <p:nvPr/>
        </p:nvGrpSpPr>
        <p:grpSpPr>
          <a:xfrm>
            <a:off x="6228080" y="3331845"/>
            <a:ext cx="2861945" cy="1725930"/>
            <a:chOff x="3859" y="5376"/>
            <a:chExt cx="4507" cy="2718"/>
          </a:xfrm>
        </p:grpSpPr>
        <p:sp>
          <p:nvSpPr>
            <p:cNvPr id="853" name="文本框 11"/>
            <p:cNvSpPr txBox="1"/>
            <p:nvPr/>
          </p:nvSpPr>
          <p:spPr>
            <a:xfrm>
              <a:off x="3859" y="6153"/>
              <a:ext cx="4507" cy="101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4000" dirty="0">
                  <a:ln w="15875">
                    <a:solidFill>
                      <a:schemeClr val="tx1"/>
                    </a:solidFill>
                  </a:ln>
                  <a:effectLst>
                    <a:glow>
                      <a:srgbClr val="38373C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Philippines</a:t>
              </a:r>
              <a:endParaRPr/>
            </a:p>
          </p:txBody>
        </p:sp>
        <p:sp>
          <p:nvSpPr>
            <p:cNvPr id="854" name="文本框 12"/>
            <p:cNvSpPr txBox="1"/>
            <p:nvPr/>
          </p:nvSpPr>
          <p:spPr>
            <a:xfrm>
              <a:off x="3859" y="7361"/>
              <a:ext cx="1340" cy="7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b" anchorCtr="0">
              <a:noAutofit/>
            </a:bodyPr>
            <a:lstStyle/>
            <a:p>
              <a:pPr algn="l"/>
              <a:r>
                <a:rPr lang="en-US" altLang="zh-CN" sz="2800" dirty="0">
                  <a:ln w="12700">
                    <a:solidFill>
                      <a:schemeClr val="tx1"/>
                    </a:solidFill>
                  </a:ln>
                  <a:effectLst>
                    <a:glow>
                      <a:srgbClr val="38373C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#17</a:t>
              </a:r>
              <a:endParaRPr/>
            </a:p>
          </p:txBody>
        </p:sp>
        <p:sp>
          <p:nvSpPr>
            <p:cNvPr id="855" name="文本框 13"/>
            <p:cNvSpPr txBox="1"/>
            <p:nvPr/>
          </p:nvSpPr>
          <p:spPr>
            <a:xfrm>
              <a:off x="3859" y="5376"/>
              <a:ext cx="2632" cy="649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3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TEAM BLUE </a:t>
              </a:r>
              <a:endParaRPr/>
            </a:p>
          </p:txBody>
        </p:sp>
      </p:grpSp>
      <p:sp>
        <p:nvSpPr>
          <p:cNvPr id="856" name="文本框 14"/>
          <p:cNvSpPr txBox="1"/>
          <p:nvPr/>
        </p:nvSpPr>
        <p:spPr>
          <a:xfrm>
            <a:off x="3721510" y="1804035"/>
            <a:ext cx="474898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sp>
        <p:nvSpPr>
          <p:cNvPr id="857" name="文本框 1"/>
          <p:cNvSpPr txBox="1"/>
          <p:nvPr/>
        </p:nvSpPr>
        <p:spPr>
          <a:xfrm>
            <a:off x="3004449" y="5697220"/>
            <a:ext cx="6183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16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8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1699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1700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1701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1702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1703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704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705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706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707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08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9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0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1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2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13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714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715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6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7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8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9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0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1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22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1723" name="图片 15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/>
        </p:blipFill>
        <p:spPr>
          <a:xfrm>
            <a:off x="4424807" y="2010168"/>
            <a:ext cx="3326434" cy="921897"/>
          </a:xfrm>
          <a:prstGeom prst="rect">
            <a:avLst/>
          </a:prstGeom>
        </p:spPr>
      </p:pic>
      <p:sp>
        <p:nvSpPr>
          <p:cNvPr id="1724" name="文本框 154"/>
          <p:cNvSpPr txBox="1"/>
          <p:nvPr/>
        </p:nvSpPr>
        <p:spPr>
          <a:xfrm>
            <a:off x="7126421" y="2008822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725" name="文本框 155"/>
          <p:cNvSpPr txBox="1"/>
          <p:nvPr/>
        </p:nvSpPr>
        <p:spPr>
          <a:xfrm>
            <a:off x="4424807" y="2983960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Isekaijoucho x KAF - Shin'en [Nadir]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Hylotl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726" name="文本框 156"/>
          <p:cNvSpPr txBox="1"/>
          <p:nvPr/>
        </p:nvSpPr>
        <p:spPr>
          <a:xfrm>
            <a:off x="4424807" y="3923983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3:10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150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4.48</a:t>
            </a:r>
            <a:endParaRPr/>
          </a:p>
        </p:txBody>
      </p:sp>
      <p:sp>
        <p:nvSpPr>
          <p:cNvPr id="1727" name="文本框 157"/>
          <p:cNvSpPr txBox="1"/>
          <p:nvPr/>
        </p:nvSpPr>
        <p:spPr>
          <a:xfrm>
            <a:off x="6067329" y="3923983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2,482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2,482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1728" name="文本框 80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729" name="文本框 8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730" name="文本框 85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731" name="文本框 92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732" name="文本框 93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733" name="文本框 94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734" name="文本框 95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735" name="文本框 96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736" name="文本框 97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737" name="文本框 126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738" name="文本框 6"/>
          <p:cNvSpPr txBox="1"/>
          <p:nvPr/>
        </p:nvSpPr>
        <p:spPr>
          <a:xfrm>
            <a:off x="925715" y="2704639"/>
            <a:ext cx="2647463" cy="1423622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  <a:p>
            <a:pPr algn="r"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Pick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26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8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9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2640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2641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2642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2643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2644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2645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2646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2647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2648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49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0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1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2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3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54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655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2656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7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8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9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0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1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2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63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664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2665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2,973,481</a:t>
              </a:r>
              <a:endParaRPr/>
            </a:p>
          </p:txBody>
        </p:sp>
        <p:sp>
          <p:nvSpPr>
            <p:cNvPr id="2666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2,961,125</a:t>
              </a:r>
              <a:endParaRPr/>
            </a:p>
          </p:txBody>
        </p:sp>
      </p:grpSp>
      <p:sp>
        <p:nvSpPr>
          <p:cNvPr id="2667" name="文本框 125"/>
          <p:cNvSpPr txBox="1"/>
          <p:nvPr/>
        </p:nvSpPr>
        <p:spPr>
          <a:xfrm>
            <a:off x="4347413" y="4391169"/>
            <a:ext cx="691215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668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2669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995,225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2670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2671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2672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2673" name="文本框 127"/>
            <p:cNvSpPr txBox="1"/>
            <p:nvPr/>
          </p:nvSpPr>
          <p:spPr>
            <a:xfrm>
              <a:off x="10593625" y="1333254"/>
              <a:ext cx="8563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lyvet</a:t>
              </a:r>
              <a:endParaRPr lang="zh-CN" altLang="en-US" sz="22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2674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2675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997,025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2676" name="组合 150"/>
          <p:cNvGrpSpPr/>
          <p:nvPr/>
        </p:nvGrpSpPr>
        <p:grpSpPr>
          <a:xfrm>
            <a:off x="497715" y="2332418"/>
            <a:ext cx="11263199" cy="1010989"/>
            <a:chOff x="497715" y="3058040"/>
            <a:chExt cx="11263199" cy="1010989"/>
          </a:xfrm>
        </p:grpSpPr>
        <p:grpSp>
          <p:nvGrpSpPr>
            <p:cNvPr id="2677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2678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989,579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grpSp>
            <p:nvGrpSpPr>
              <p:cNvPr id="2679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2680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 lang="zh-CN" altLang="en-US" sz="2200" dirty="0">
                    <a:solidFill>
                      <a:srgbClr val="FF66AB"/>
                    </a:solidFill>
                    <a:latin typeface="Torus Bold" panose="00000800000000000000" pitchFamily="50" charset="0"/>
                  </a:endParaRPr>
                </a:p>
              </p:txBody>
            </p:sp>
            <p:sp>
              <p:nvSpPr>
                <p:cNvPr id="2681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2682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2683" name="文本框 140"/>
              <p:cNvSpPr txBox="1"/>
              <p:nvPr/>
            </p:nvSpPr>
            <p:spPr>
              <a:xfrm>
                <a:off x="9914416" y="3058040"/>
                <a:ext cx="152638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parac0sm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2684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2685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985,520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grpSp>
        <p:nvGrpSpPr>
          <p:cNvPr id="2686" name="组合 152"/>
          <p:cNvGrpSpPr/>
          <p:nvPr/>
        </p:nvGrpSpPr>
        <p:grpSpPr>
          <a:xfrm>
            <a:off x="487946" y="3331634"/>
            <a:ext cx="11267643" cy="1050400"/>
            <a:chOff x="487946" y="4086751"/>
            <a:chExt cx="11267643" cy="1050400"/>
          </a:xfrm>
        </p:grpSpPr>
        <p:grpSp>
          <p:nvGrpSpPr>
            <p:cNvPr id="2687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2688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988,677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grpSp>
            <p:nvGrpSpPr>
              <p:cNvPr id="2689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2690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 lang="zh-CN" altLang="en-US" sz="2200" dirty="0">
                    <a:solidFill>
                      <a:srgbClr val="FF66AB"/>
                    </a:solidFill>
                    <a:latin typeface="Torus Bold" panose="00000800000000000000" pitchFamily="50" charset="0"/>
                  </a:endParaRPr>
                </a:p>
              </p:txBody>
            </p:sp>
            <p:sp>
              <p:nvSpPr>
                <p:cNvPr id="2691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2692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2693" name="文本框 144"/>
              <p:cNvSpPr txBox="1"/>
              <p:nvPr/>
            </p:nvSpPr>
            <p:spPr>
              <a:xfrm>
                <a:off x="10112724" y="4092028"/>
                <a:ext cx="13372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cycl1264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2694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2695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978,580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pic>
        <p:nvPicPr>
          <p:cNvPr id="2696" name="图片 15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/>
        </p:blipFill>
        <p:spPr>
          <a:xfrm>
            <a:off x="4424807" y="1305906"/>
            <a:ext cx="3326434" cy="921897"/>
          </a:xfrm>
          <a:prstGeom prst="rect">
            <a:avLst/>
          </a:prstGeom>
        </p:spPr>
      </p:pic>
      <p:sp>
        <p:nvSpPr>
          <p:cNvPr id="2697" name="文本框 154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98" name="文本框 155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Isekaijoucho x KAF - Shin'en [Nadir]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Hylotl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699" name="文本框 156"/>
          <p:cNvSpPr txBox="1"/>
          <p:nvPr/>
        </p:nvSpPr>
        <p:spPr>
          <a:xfrm>
            <a:off x="4424807" y="321972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3:10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150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4.48</a:t>
            </a:r>
            <a:endParaRPr/>
          </a:p>
        </p:txBody>
      </p:sp>
      <p:sp>
        <p:nvSpPr>
          <p:cNvPr id="2700" name="文本框 157"/>
          <p:cNvSpPr txBox="1"/>
          <p:nvPr/>
        </p:nvSpPr>
        <p:spPr>
          <a:xfrm>
            <a:off x="6067329" y="321972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2,482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2,482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2701" name="文本框 80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02" name="文本框 8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03" name="文本框 85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04" name="文本框 92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05" name="文本框 93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06" name="文本框 94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07" name="文本框 95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08" name="文本框 96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09" name="文本框 97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10" name="文本框 126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11" name="矩形 48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12" name="文本框 49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32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3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4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3235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3236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3237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3238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3239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3240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3241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3242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3243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44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5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6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7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8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49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50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3251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2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3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4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5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6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7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58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259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3260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2,973,481</a:t>
              </a:r>
              <a:endParaRPr/>
            </a:p>
          </p:txBody>
        </p:sp>
        <p:sp>
          <p:nvSpPr>
            <p:cNvPr id="3261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2,961,125</a:t>
              </a:r>
              <a:endParaRPr/>
            </a:p>
          </p:txBody>
        </p:sp>
      </p:grpSp>
      <p:sp>
        <p:nvSpPr>
          <p:cNvPr id="3262" name="文本框 125"/>
          <p:cNvSpPr txBox="1"/>
          <p:nvPr/>
        </p:nvSpPr>
        <p:spPr>
          <a:xfrm>
            <a:off x="4347413" y="4391169"/>
            <a:ext cx="691215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263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3264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995,225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3265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3266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267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3268" name="文本框 127"/>
            <p:cNvSpPr txBox="1"/>
            <p:nvPr/>
          </p:nvSpPr>
          <p:spPr>
            <a:xfrm>
              <a:off x="10593625" y="1333254"/>
              <a:ext cx="8563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lyvet</a:t>
              </a:r>
              <a:endParaRPr lang="zh-CN" altLang="en-US" sz="22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3269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3270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997,025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3271" name="组合 148"/>
          <p:cNvGrpSpPr/>
          <p:nvPr/>
        </p:nvGrpSpPr>
        <p:grpSpPr>
          <a:xfrm>
            <a:off x="419418" y="1757118"/>
            <a:ext cx="11431462" cy="1344422"/>
            <a:chOff x="419418" y="1757118"/>
            <a:chExt cx="11431462" cy="1344422"/>
          </a:xfrm>
        </p:grpSpPr>
        <p:grpSp>
          <p:nvGrpSpPr>
            <p:cNvPr id="3272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3273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3274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2,330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150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 lang="zh-CN" altLang="en-US" sz="1300" dirty="0">
                  <a:solidFill>
                    <a:schemeClr val="bg1"/>
                  </a:solidFill>
                  <a:latin typeface="Torus Bold" panose="00000800000000000000" pitchFamily="50" charset="0"/>
                </a:endParaRPr>
              </a:p>
            </p:txBody>
          </p:sp>
        </p:grpSp>
        <p:sp>
          <p:nvSpPr>
            <p:cNvPr id="3275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99.85%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,482</a:t>
              </a:r>
              <a:endParaRPr/>
            </a:p>
          </p:txBody>
        </p:sp>
        <p:sp>
          <p:nvSpPr>
            <p:cNvPr id="3276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99.85%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,482</a:t>
              </a:r>
              <a:endParaRPr/>
            </a:p>
          </p:txBody>
        </p:sp>
        <p:grpSp>
          <p:nvGrpSpPr>
            <p:cNvPr id="3277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3278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3279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2,341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141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 lang="zh-CN" altLang="en-US" sz="1300" dirty="0">
                  <a:solidFill>
                    <a:schemeClr val="bg1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grpSp>
        <p:nvGrpSpPr>
          <p:cNvPr id="3280" name="组合 150"/>
          <p:cNvGrpSpPr/>
          <p:nvPr/>
        </p:nvGrpSpPr>
        <p:grpSpPr>
          <a:xfrm>
            <a:off x="497715" y="3058040"/>
            <a:ext cx="11263199" cy="1010989"/>
            <a:chOff x="497715" y="3058040"/>
            <a:chExt cx="11263199" cy="1010989"/>
          </a:xfrm>
        </p:grpSpPr>
        <p:grpSp>
          <p:nvGrpSpPr>
            <p:cNvPr id="3281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3282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989,579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grpSp>
            <p:nvGrpSpPr>
              <p:cNvPr id="3283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3284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 lang="zh-CN" altLang="en-US" sz="2200" dirty="0">
                    <a:solidFill>
                      <a:srgbClr val="FF66AB"/>
                    </a:solidFill>
                    <a:latin typeface="Torus Bold" panose="00000800000000000000" pitchFamily="50" charset="0"/>
                  </a:endParaRPr>
                </a:p>
              </p:txBody>
            </p:sp>
            <p:sp>
              <p:nvSpPr>
                <p:cNvPr id="3285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3286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3287" name="文本框 140"/>
              <p:cNvSpPr txBox="1"/>
              <p:nvPr/>
            </p:nvSpPr>
            <p:spPr>
              <a:xfrm>
                <a:off x="9914416" y="3058040"/>
                <a:ext cx="152638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parac0sm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288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3289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985,520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grpSp>
        <p:nvGrpSpPr>
          <p:cNvPr id="3290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3291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3292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988,677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grpSp>
            <p:nvGrpSpPr>
              <p:cNvPr id="3293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3294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 lang="zh-CN" altLang="en-US" sz="2200" dirty="0">
                    <a:solidFill>
                      <a:srgbClr val="FF66AB"/>
                    </a:solidFill>
                    <a:latin typeface="Torus Bold" panose="00000800000000000000" pitchFamily="50" charset="0"/>
                  </a:endParaRPr>
                </a:p>
              </p:txBody>
            </p:sp>
            <p:sp>
              <p:nvSpPr>
                <p:cNvPr id="3295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3296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3297" name="文本框 144"/>
              <p:cNvSpPr txBox="1"/>
              <p:nvPr/>
            </p:nvSpPr>
            <p:spPr>
              <a:xfrm>
                <a:off x="10112724" y="4092028"/>
                <a:ext cx="13372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cycl1264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298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3299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978,580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pic>
        <p:nvPicPr>
          <p:cNvPr id="3300" name="图片 15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/>
        </p:blipFill>
        <p:spPr>
          <a:xfrm>
            <a:off x="4424807" y="1305906"/>
            <a:ext cx="3326434" cy="921897"/>
          </a:xfrm>
          <a:prstGeom prst="rect">
            <a:avLst/>
          </a:prstGeom>
        </p:spPr>
      </p:pic>
      <p:sp>
        <p:nvSpPr>
          <p:cNvPr id="3301" name="文本框 154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02" name="文本框 155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Isekaijoucho x KAF - Shin'en [Nadir]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Hylotl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3303" name="文本框 156"/>
          <p:cNvSpPr txBox="1"/>
          <p:nvPr/>
        </p:nvSpPr>
        <p:spPr>
          <a:xfrm>
            <a:off x="4424807" y="321972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3:10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150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4.48</a:t>
            </a:r>
            <a:endParaRPr/>
          </a:p>
        </p:txBody>
      </p:sp>
      <p:sp>
        <p:nvSpPr>
          <p:cNvPr id="3304" name="文本框 157"/>
          <p:cNvSpPr txBox="1"/>
          <p:nvPr/>
        </p:nvSpPr>
        <p:spPr>
          <a:xfrm>
            <a:off x="6067329" y="321972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2,482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2,482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grpSp>
        <p:nvGrpSpPr>
          <p:cNvPr id="3305" name="组合 194"/>
          <p:cNvGrpSpPr/>
          <p:nvPr/>
        </p:nvGrpSpPr>
        <p:grpSpPr>
          <a:xfrm>
            <a:off x="371659" y="1304560"/>
            <a:ext cx="11469907" cy="1796980"/>
            <a:chOff x="371659" y="1304560"/>
            <a:chExt cx="11469907" cy="1796980"/>
          </a:xfrm>
        </p:grpSpPr>
        <p:sp>
          <p:nvSpPr>
            <p:cNvPr id="3306" name="矩形 192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07" name="矩形 193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08" name="文本框 195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09" name="文本框 196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10" name="文本框 197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11" name="文本框 198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12" name="文本框 199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13" name="文本框 200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14" name="文本框 201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15" name="文本框 202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16" name="文本框 203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17" name="文本框 204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18" name="矩形 205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19" name="文本框 206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33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2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3323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3324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3325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3326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3327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3328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3329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3330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3331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32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33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34" name="矩形 101"/>
            <p:cNvSpPr/>
            <p:nvPr/>
          </p:nvSpPr>
          <p:spPr>
            <a:xfrm rot="0" flipH="0" flipV="0"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35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36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37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338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3339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0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1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2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3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4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5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46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347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3348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2,973,481</a:t>
              </a:r>
              <a:endParaRPr/>
            </a:p>
          </p:txBody>
        </p:sp>
        <p:sp>
          <p:nvSpPr>
            <p:cNvPr id="3349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2,961,125</a:t>
              </a:r>
              <a:endParaRPr/>
            </a:p>
          </p:txBody>
        </p:sp>
      </p:grpSp>
      <p:sp>
        <p:nvSpPr>
          <p:cNvPr id="3350" name="文本框 125"/>
          <p:cNvSpPr txBox="1"/>
          <p:nvPr/>
        </p:nvSpPr>
        <p:spPr>
          <a:xfrm>
            <a:off x="4347413" y="4391169"/>
            <a:ext cx="691215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351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3352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995,225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3353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3354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355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3356" name="文本框 127"/>
            <p:cNvSpPr txBox="1"/>
            <p:nvPr/>
          </p:nvSpPr>
          <p:spPr>
            <a:xfrm>
              <a:off x="10593625" y="1333254"/>
              <a:ext cx="8563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lyvet</a:t>
              </a:r>
              <a:endParaRPr lang="zh-CN" altLang="en-US" sz="22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3357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3358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997,025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3359" name="组合 148"/>
          <p:cNvGrpSpPr/>
          <p:nvPr/>
        </p:nvGrpSpPr>
        <p:grpSpPr>
          <a:xfrm>
            <a:off x="419418" y="2765900"/>
            <a:ext cx="11431462" cy="1344422"/>
            <a:chOff x="419418" y="1757118"/>
            <a:chExt cx="11431462" cy="1344422"/>
          </a:xfrm>
        </p:grpSpPr>
        <p:grpSp>
          <p:nvGrpSpPr>
            <p:cNvPr id="3360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3361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3362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2,361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119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 lang="zh-CN" altLang="en-US" sz="1300" dirty="0">
                  <a:solidFill>
                    <a:schemeClr val="bg1"/>
                  </a:solidFill>
                  <a:latin typeface="Torus Bold" panose="00000800000000000000" pitchFamily="50" charset="0"/>
                </a:endParaRPr>
              </a:p>
            </p:txBody>
          </p:sp>
        </p:grpSp>
        <p:sp>
          <p:nvSpPr>
            <p:cNvPr id="3363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99.85%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chemeClr val="bg1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1,690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64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99.72%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chemeClr val="bg1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1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,524</a:t>
              </a:r>
              <a:endParaRPr/>
            </a:p>
          </p:txBody>
        </p:sp>
        <p:grpSp>
          <p:nvGrpSpPr>
            <p:cNvPr id="3365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3366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3367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2,219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259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 lang="zh-CN" altLang="en-US" sz="1300" dirty="0">
                  <a:solidFill>
                    <a:schemeClr val="bg1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grpSp>
        <p:nvGrpSpPr>
          <p:cNvPr id="3368" name="组合 150"/>
          <p:cNvGrpSpPr/>
          <p:nvPr/>
        </p:nvGrpSpPr>
        <p:grpSpPr>
          <a:xfrm>
            <a:off x="497715" y="2326519"/>
            <a:ext cx="11263199" cy="1010989"/>
            <a:chOff x="497715" y="3058040"/>
            <a:chExt cx="11263199" cy="1010989"/>
          </a:xfrm>
        </p:grpSpPr>
        <p:grpSp>
          <p:nvGrpSpPr>
            <p:cNvPr id="3369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3370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989,579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grpSp>
            <p:nvGrpSpPr>
              <p:cNvPr id="3371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3372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 lang="zh-CN" altLang="en-US" sz="2200" dirty="0">
                    <a:solidFill>
                      <a:srgbClr val="FF66AB"/>
                    </a:solidFill>
                    <a:latin typeface="Torus Bold" panose="00000800000000000000" pitchFamily="50" charset="0"/>
                  </a:endParaRPr>
                </a:p>
              </p:txBody>
            </p:sp>
            <p:sp>
              <p:nvSpPr>
                <p:cNvPr id="3373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3374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3375" name="文本框 140"/>
              <p:cNvSpPr txBox="1"/>
              <p:nvPr/>
            </p:nvSpPr>
            <p:spPr>
              <a:xfrm>
                <a:off x="9914416" y="3058040"/>
                <a:ext cx="152638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parac0sm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376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3377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985,520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grpSp>
        <p:nvGrpSpPr>
          <p:cNvPr id="3378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3379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3380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988,677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grpSp>
            <p:nvGrpSpPr>
              <p:cNvPr id="3381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3382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 lang="zh-CN" altLang="en-US" sz="2200" dirty="0">
                    <a:solidFill>
                      <a:srgbClr val="FF66AB"/>
                    </a:solidFill>
                    <a:latin typeface="Torus Bold" panose="00000800000000000000" pitchFamily="50" charset="0"/>
                  </a:endParaRPr>
                </a:p>
              </p:txBody>
            </p:sp>
            <p:sp>
              <p:nvSpPr>
                <p:cNvPr id="3383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3384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3385" name="文本框 144"/>
              <p:cNvSpPr txBox="1"/>
              <p:nvPr/>
            </p:nvSpPr>
            <p:spPr>
              <a:xfrm>
                <a:off x="10112724" y="4092028"/>
                <a:ext cx="13372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cycl1264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386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3387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978,580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pic>
        <p:nvPicPr>
          <p:cNvPr id="3388" name="图片 15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/>
        </p:blipFill>
        <p:spPr>
          <a:xfrm>
            <a:off x="4424807" y="1305906"/>
            <a:ext cx="3326434" cy="921897"/>
          </a:xfrm>
          <a:prstGeom prst="rect">
            <a:avLst/>
          </a:prstGeom>
        </p:spPr>
      </p:pic>
      <p:sp>
        <p:nvSpPr>
          <p:cNvPr id="3389" name="文本框 154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90" name="文本框 155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Isekaijoucho x KAF - Shin'en [Nadir]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Hylotl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3391" name="文本框 156"/>
          <p:cNvSpPr txBox="1"/>
          <p:nvPr/>
        </p:nvSpPr>
        <p:spPr>
          <a:xfrm>
            <a:off x="4424807" y="321972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3:10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150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4.48</a:t>
            </a:r>
            <a:endParaRPr/>
          </a:p>
        </p:txBody>
      </p:sp>
      <p:sp>
        <p:nvSpPr>
          <p:cNvPr id="3392" name="文本框 157"/>
          <p:cNvSpPr txBox="1"/>
          <p:nvPr/>
        </p:nvSpPr>
        <p:spPr>
          <a:xfrm>
            <a:off x="6067329" y="321972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2,482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2,482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grpSp>
        <p:nvGrpSpPr>
          <p:cNvPr id="3393" name="组合 143"/>
          <p:cNvGrpSpPr/>
          <p:nvPr/>
        </p:nvGrpSpPr>
        <p:grpSpPr>
          <a:xfrm>
            <a:off x="371659" y="2307451"/>
            <a:ext cx="11469907" cy="1796980"/>
            <a:chOff x="371659" y="1304560"/>
            <a:chExt cx="11469907" cy="1796980"/>
          </a:xfrm>
        </p:grpSpPr>
        <p:sp>
          <p:nvSpPr>
            <p:cNvPr id="3394" name="矩形 158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95" name="矩形 159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96" name="文本框 160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97" name="文本框 161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98" name="文本框 162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99" name="文本框 163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00" name="文本框 164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01" name="文本框 165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02" name="文本框 166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03" name="文本框 167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04" name="文本框 168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05" name="文本框 169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06" name="矩形 170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07" name="文本框 171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34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0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3411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3412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3413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3414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3415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3416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3417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3418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3419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20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1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2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3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4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25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426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3427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8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9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0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1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2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3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34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435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3436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2,973,481</a:t>
              </a:r>
              <a:endParaRPr/>
            </a:p>
          </p:txBody>
        </p:sp>
        <p:sp>
          <p:nvSpPr>
            <p:cNvPr id="3437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2,961,125</a:t>
              </a:r>
              <a:endParaRPr/>
            </a:p>
          </p:txBody>
        </p:sp>
      </p:grpSp>
      <p:sp>
        <p:nvSpPr>
          <p:cNvPr id="3438" name="文本框 125"/>
          <p:cNvSpPr txBox="1"/>
          <p:nvPr/>
        </p:nvSpPr>
        <p:spPr>
          <a:xfrm>
            <a:off x="4347413" y="4391169"/>
            <a:ext cx="691215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439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3440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995,225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3441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3442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443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3444" name="文本框 127"/>
            <p:cNvSpPr txBox="1"/>
            <p:nvPr/>
          </p:nvSpPr>
          <p:spPr>
            <a:xfrm>
              <a:off x="10593625" y="1333254"/>
              <a:ext cx="8563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lyvet</a:t>
              </a:r>
              <a:endParaRPr lang="zh-CN" altLang="en-US" sz="22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3445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3446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997,025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3447" name="组合 148"/>
          <p:cNvGrpSpPr/>
          <p:nvPr/>
        </p:nvGrpSpPr>
        <p:grpSpPr>
          <a:xfrm>
            <a:off x="419418" y="3815979"/>
            <a:ext cx="11431462" cy="1344422"/>
            <a:chOff x="419418" y="1757118"/>
            <a:chExt cx="11431462" cy="1344422"/>
          </a:xfrm>
        </p:grpSpPr>
        <p:grpSp>
          <p:nvGrpSpPr>
            <p:cNvPr id="3448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3449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3450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2,289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191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 lang="zh-CN" altLang="en-US" sz="1300" dirty="0">
                  <a:solidFill>
                    <a:schemeClr val="bg1"/>
                  </a:solidFill>
                  <a:latin typeface="Torus Bold" panose="00000800000000000000" pitchFamily="50" charset="0"/>
                </a:endParaRPr>
              </a:p>
            </p:txBody>
          </p:sp>
        </p:grpSp>
        <p:sp>
          <p:nvSpPr>
            <p:cNvPr id="3451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99.82%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chemeClr val="bg1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1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,622</a:t>
              </a:r>
              <a:endParaRPr/>
            </a:p>
          </p:txBody>
        </p:sp>
        <p:sp>
          <p:nvSpPr>
            <p:cNvPr id="3452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99.54%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chemeClr val="bg1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2,255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3453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3454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3455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2,183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286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9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</a:t>
                </a:r>
                <a:endParaRPr lang="zh-CN" altLang="en-US" sz="1300" dirty="0">
                  <a:solidFill>
                    <a:schemeClr val="bg1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grpSp>
        <p:nvGrpSpPr>
          <p:cNvPr id="3456" name="组合 150"/>
          <p:cNvGrpSpPr/>
          <p:nvPr/>
        </p:nvGrpSpPr>
        <p:grpSpPr>
          <a:xfrm>
            <a:off x="497715" y="2332418"/>
            <a:ext cx="11263199" cy="1010989"/>
            <a:chOff x="497715" y="3058040"/>
            <a:chExt cx="11263199" cy="1010989"/>
          </a:xfrm>
        </p:grpSpPr>
        <p:grpSp>
          <p:nvGrpSpPr>
            <p:cNvPr id="3457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3458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989,579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grpSp>
            <p:nvGrpSpPr>
              <p:cNvPr id="3459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3460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 lang="zh-CN" altLang="en-US" sz="2200" dirty="0">
                    <a:solidFill>
                      <a:srgbClr val="FF66AB"/>
                    </a:solidFill>
                    <a:latin typeface="Torus Bold" panose="00000800000000000000" pitchFamily="50" charset="0"/>
                  </a:endParaRPr>
                </a:p>
              </p:txBody>
            </p:sp>
            <p:sp>
              <p:nvSpPr>
                <p:cNvPr id="3461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3462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3463" name="文本框 140"/>
              <p:cNvSpPr txBox="1"/>
              <p:nvPr/>
            </p:nvSpPr>
            <p:spPr>
              <a:xfrm>
                <a:off x="9914416" y="3058040"/>
                <a:ext cx="152638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parac0sm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464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3465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985,520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grpSp>
        <p:nvGrpSpPr>
          <p:cNvPr id="3466" name="组合 152"/>
          <p:cNvGrpSpPr/>
          <p:nvPr/>
        </p:nvGrpSpPr>
        <p:grpSpPr>
          <a:xfrm>
            <a:off x="487946" y="3331634"/>
            <a:ext cx="11267643" cy="1050400"/>
            <a:chOff x="487946" y="4086751"/>
            <a:chExt cx="11267643" cy="1050400"/>
          </a:xfrm>
        </p:grpSpPr>
        <p:grpSp>
          <p:nvGrpSpPr>
            <p:cNvPr id="3467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3468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988,677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grpSp>
            <p:nvGrpSpPr>
              <p:cNvPr id="3469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3470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 lang="zh-CN" altLang="en-US" sz="2200" dirty="0">
                    <a:solidFill>
                      <a:srgbClr val="FF66AB"/>
                    </a:solidFill>
                    <a:latin typeface="Torus Bold" panose="00000800000000000000" pitchFamily="50" charset="0"/>
                  </a:endParaRPr>
                </a:p>
              </p:txBody>
            </p:sp>
            <p:sp>
              <p:nvSpPr>
                <p:cNvPr id="3471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3472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3473" name="文本框 144"/>
              <p:cNvSpPr txBox="1"/>
              <p:nvPr/>
            </p:nvSpPr>
            <p:spPr>
              <a:xfrm>
                <a:off x="10112724" y="4092028"/>
                <a:ext cx="13372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cycl1264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474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3475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978,580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pic>
        <p:nvPicPr>
          <p:cNvPr id="3476" name="图片 15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/>
        </p:blipFill>
        <p:spPr>
          <a:xfrm>
            <a:off x="4424807" y="1305906"/>
            <a:ext cx="3326434" cy="921897"/>
          </a:xfrm>
          <a:prstGeom prst="rect">
            <a:avLst/>
          </a:prstGeom>
        </p:spPr>
      </p:pic>
      <p:sp>
        <p:nvSpPr>
          <p:cNvPr id="3477" name="文本框 154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78" name="文本框 155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Isekaijoucho x KAF - Shin'en [Nadir]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Hylotl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3479" name="文本框 156"/>
          <p:cNvSpPr txBox="1"/>
          <p:nvPr/>
        </p:nvSpPr>
        <p:spPr>
          <a:xfrm>
            <a:off x="4424807" y="321972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3:10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150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4.48</a:t>
            </a:r>
            <a:endParaRPr/>
          </a:p>
        </p:txBody>
      </p:sp>
      <p:sp>
        <p:nvSpPr>
          <p:cNvPr id="3480" name="文本框 157"/>
          <p:cNvSpPr txBox="1"/>
          <p:nvPr/>
        </p:nvSpPr>
        <p:spPr>
          <a:xfrm>
            <a:off x="6067329" y="321972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2,482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2,482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grpSp>
        <p:nvGrpSpPr>
          <p:cNvPr id="3481" name="组合 143"/>
          <p:cNvGrpSpPr/>
          <p:nvPr/>
        </p:nvGrpSpPr>
        <p:grpSpPr>
          <a:xfrm>
            <a:off x="371659" y="3345747"/>
            <a:ext cx="11469907" cy="1796980"/>
            <a:chOff x="371659" y="1304560"/>
            <a:chExt cx="11469907" cy="1796980"/>
          </a:xfrm>
        </p:grpSpPr>
        <p:sp>
          <p:nvSpPr>
            <p:cNvPr id="3482" name="矩形 158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83" name="矩形 159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84" name="文本框 160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85" name="文本框 161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86" name="文本框 162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87" name="文本框 163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88" name="文本框 164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89" name="文本框 165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90" name="文本框 166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91" name="文本框 167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92" name="文本框 168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93" name="文本框 169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94" name="矩形 170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95" name="文本框 171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34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98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3499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3500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3501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3502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3503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3504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3505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3506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3507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08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09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0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1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2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13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514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3515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6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7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8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9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20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21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22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523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3524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2,973,481</a:t>
              </a:r>
              <a:endParaRPr/>
            </a:p>
          </p:txBody>
        </p:sp>
        <p:sp>
          <p:nvSpPr>
            <p:cNvPr id="3525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2,961,125</a:t>
              </a:r>
              <a:endParaRPr/>
            </a:p>
          </p:txBody>
        </p:sp>
      </p:grpSp>
      <p:sp>
        <p:nvSpPr>
          <p:cNvPr id="3526" name="文本框 125"/>
          <p:cNvSpPr txBox="1"/>
          <p:nvPr/>
        </p:nvSpPr>
        <p:spPr>
          <a:xfrm>
            <a:off x="4347413" y="4391169"/>
            <a:ext cx="691215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527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3528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995,225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3529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3530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531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3532" name="文本框 127"/>
            <p:cNvSpPr txBox="1"/>
            <p:nvPr/>
          </p:nvSpPr>
          <p:spPr>
            <a:xfrm>
              <a:off x="10593625" y="1333254"/>
              <a:ext cx="85632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lyvet</a:t>
              </a:r>
              <a:endParaRPr lang="zh-CN" altLang="en-US" sz="22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3533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3534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997,025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3535" name="组合 150"/>
          <p:cNvGrpSpPr/>
          <p:nvPr/>
        </p:nvGrpSpPr>
        <p:grpSpPr>
          <a:xfrm>
            <a:off x="497715" y="2332418"/>
            <a:ext cx="11263199" cy="1010989"/>
            <a:chOff x="497715" y="3058040"/>
            <a:chExt cx="11263199" cy="1010989"/>
          </a:xfrm>
        </p:grpSpPr>
        <p:grpSp>
          <p:nvGrpSpPr>
            <p:cNvPr id="3536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3537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989,579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grpSp>
            <p:nvGrpSpPr>
              <p:cNvPr id="3538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3539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 lang="zh-CN" altLang="en-US" sz="2200" dirty="0">
                    <a:solidFill>
                      <a:srgbClr val="FF66AB"/>
                    </a:solidFill>
                    <a:latin typeface="Torus Bold" panose="00000800000000000000" pitchFamily="50" charset="0"/>
                  </a:endParaRPr>
                </a:p>
              </p:txBody>
            </p:sp>
            <p:sp>
              <p:nvSpPr>
                <p:cNvPr id="3540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3541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3542" name="文本框 140"/>
              <p:cNvSpPr txBox="1"/>
              <p:nvPr/>
            </p:nvSpPr>
            <p:spPr>
              <a:xfrm>
                <a:off x="9914416" y="3058040"/>
                <a:ext cx="152638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parac0sm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543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3544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985,520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grpSp>
        <p:nvGrpSpPr>
          <p:cNvPr id="3545" name="组合 152"/>
          <p:cNvGrpSpPr/>
          <p:nvPr/>
        </p:nvGrpSpPr>
        <p:grpSpPr>
          <a:xfrm>
            <a:off x="487946" y="3331634"/>
            <a:ext cx="11267643" cy="1050400"/>
            <a:chOff x="487946" y="4086751"/>
            <a:chExt cx="11267643" cy="1050400"/>
          </a:xfrm>
        </p:grpSpPr>
        <p:grpSp>
          <p:nvGrpSpPr>
            <p:cNvPr id="3546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3547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988,677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grpSp>
            <p:nvGrpSpPr>
              <p:cNvPr id="3548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3549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 lang="zh-CN" altLang="en-US" sz="2200" dirty="0">
                    <a:solidFill>
                      <a:srgbClr val="FF66AB"/>
                    </a:solidFill>
                    <a:latin typeface="Torus Bold" panose="00000800000000000000" pitchFamily="50" charset="0"/>
                  </a:endParaRPr>
                </a:p>
              </p:txBody>
            </p:sp>
            <p:sp>
              <p:nvSpPr>
                <p:cNvPr id="3550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3551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3552" name="文本框 144"/>
              <p:cNvSpPr txBox="1"/>
              <p:nvPr/>
            </p:nvSpPr>
            <p:spPr>
              <a:xfrm>
                <a:off x="10112724" y="4092028"/>
                <a:ext cx="13372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cycl1264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553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3554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978,580</a:t>
                </a:r>
                <a:endParaRPr lang="en-US" altLang="zh-CN" sz="24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pic>
        <p:nvPicPr>
          <p:cNvPr id="3555" name="图片 15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/>
            </a:extLst>
          </a:blip>
          <a:srcRect/>
          <a:stretch/>
        </p:blipFill>
        <p:spPr>
          <a:xfrm>
            <a:off x="4424807" y="1305906"/>
            <a:ext cx="3326434" cy="921897"/>
          </a:xfrm>
          <a:prstGeom prst="rect">
            <a:avLst/>
          </a:prstGeom>
        </p:spPr>
      </p:pic>
      <p:sp>
        <p:nvSpPr>
          <p:cNvPr id="3556" name="文本框 154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557" name="文本框 155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Isekaijoucho x KAF - Shin'en [Nadir]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Hylotl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3558" name="文本框 156"/>
          <p:cNvSpPr txBox="1"/>
          <p:nvPr/>
        </p:nvSpPr>
        <p:spPr>
          <a:xfrm>
            <a:off x="4424807" y="321972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3:10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150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4.48</a:t>
            </a:r>
            <a:endParaRPr/>
          </a:p>
        </p:txBody>
      </p:sp>
      <p:sp>
        <p:nvSpPr>
          <p:cNvPr id="3559" name="文本框 157"/>
          <p:cNvSpPr txBox="1"/>
          <p:nvPr/>
        </p:nvSpPr>
        <p:spPr>
          <a:xfrm>
            <a:off x="6067329" y="321972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2,482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2,482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3560" name="文本框 3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561" name="文本框 6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562" name="文本框 9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563" name="文本框 17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564" name="文本框 18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565" name="文本框 19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566" name="文本框 20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567" name="文本框 21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568" name="文本框 22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569" name="文本框 30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570" name="矩形 44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71" name="文本框 45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35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4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3575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3576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3577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3578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3579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3580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3581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3582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3583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84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85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86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87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88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89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590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3591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2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3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4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5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6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7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98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599" name="文本框 176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600" name="文本框 177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601" name="文本框 178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602" name="文本框 17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603" name="文本框 18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604" name="文本框 181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605" name="文本框 182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606" name="文本框 183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607" name="文本框 184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608" name="文本框 185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609" name="文本框 186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610" name="矩形 172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11" name="文本框 173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3612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2" y="1998818"/>
            <a:ext cx="3318822" cy="921895"/>
          </a:xfrm>
          <a:prstGeom prst="rect">
            <a:avLst/>
          </a:prstGeom>
        </p:spPr>
      </p:pic>
      <p:sp>
        <p:nvSpPr>
          <p:cNvPr id="3613" name="文本框 3"/>
          <p:cNvSpPr txBox="1"/>
          <p:nvPr/>
        </p:nvSpPr>
        <p:spPr>
          <a:xfrm>
            <a:off x="7126421" y="1997472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614" name="文本框 6"/>
          <p:cNvSpPr txBox="1"/>
          <p:nvPr/>
        </p:nvSpPr>
        <p:spPr>
          <a:xfrm>
            <a:off x="4424807" y="2972610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dark cat - ELINE [ECHOES (LN-Edit)]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Toaph Daddy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3615" name="文本框 9"/>
          <p:cNvSpPr txBox="1"/>
          <p:nvPr/>
        </p:nvSpPr>
        <p:spPr>
          <a:xfrm>
            <a:off x="4424807" y="3918523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2:59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5.23</a:t>
            </a:r>
            <a:endParaRPr/>
          </a:p>
        </p:txBody>
      </p:sp>
      <p:sp>
        <p:nvSpPr>
          <p:cNvPr id="3616" name="文本框 17"/>
          <p:cNvSpPr txBox="1"/>
          <p:nvPr/>
        </p:nvSpPr>
        <p:spPr>
          <a:xfrm>
            <a:off x="6067329" y="3918523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398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1,106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3617" name="文本框 19"/>
          <p:cNvSpPr txBox="1"/>
          <p:nvPr/>
        </p:nvSpPr>
        <p:spPr>
          <a:xfrm>
            <a:off x="8507115" y="2717189"/>
            <a:ext cx="2647463" cy="1423622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  <a:p>
            <a:pPr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Pick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5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6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7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8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9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0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1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2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3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0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21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30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2,981,322</a:t>
              </a:r>
              <a:endParaRPr/>
            </a:p>
          </p:txBody>
        </p:sp>
        <p:sp>
          <p:nvSpPr>
            <p:cNvPr id="31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2,983,464</a:t>
              </a:r>
              <a:endParaRPr/>
            </a:p>
          </p:txBody>
        </p:sp>
      </p:grpSp>
      <p:sp>
        <p:nvSpPr>
          <p:cNvPr id="32" name="文本框 125"/>
          <p:cNvSpPr txBox="1"/>
          <p:nvPr/>
        </p:nvSpPr>
        <p:spPr>
          <a:xfrm>
            <a:off x="7211063" y="4403948"/>
            <a:ext cx="60946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3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34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994,226</a:t>
              </a:r>
              <a:endParaRPr/>
            </a:p>
          </p:txBody>
        </p:sp>
        <p:grpSp>
          <p:nvGrpSpPr>
            <p:cNvPr id="35" name="组合 37"/>
            <p:cNvGrpSpPr/>
            <p:nvPr/>
          </p:nvGrpSpPr>
          <p:grpSpPr>
            <a:xfrm>
              <a:off x="487946" y="1333254"/>
              <a:ext cx="1343421" cy="430887"/>
              <a:chOff x="487946" y="1333254"/>
              <a:chExt cx="1343421" cy="430887"/>
            </a:xfrm>
          </p:grpSpPr>
          <p:sp>
            <p:nvSpPr>
              <p:cNvPr id="36" name="文本框 16"/>
              <p:cNvSpPr txBox="1"/>
              <p:nvPr/>
            </p:nvSpPr>
            <p:spPr>
              <a:xfrm>
                <a:off x="784285" y="1333254"/>
                <a:ext cx="104708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debuti</a:t>
                </a:r>
                <a:endParaRPr/>
              </a:p>
            </p:txBody>
          </p:sp>
          <p:sp>
            <p:nvSpPr>
              <p:cNvPr id="37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38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39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40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995,810</a:t>
              </a:r>
              <a:endParaRPr/>
            </a:p>
          </p:txBody>
        </p:sp>
      </p:grpSp>
      <p:grpSp>
        <p:nvGrpSpPr>
          <p:cNvPr id="41" name="组合 150"/>
          <p:cNvGrpSpPr/>
          <p:nvPr/>
        </p:nvGrpSpPr>
        <p:grpSpPr>
          <a:xfrm>
            <a:off x="497715" y="2326528"/>
            <a:ext cx="11263199" cy="1010989"/>
            <a:chOff x="497715" y="3058040"/>
            <a:chExt cx="11263199" cy="1010989"/>
          </a:xfrm>
        </p:grpSpPr>
        <p:grpSp>
          <p:nvGrpSpPr>
            <p:cNvPr id="42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43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993,867</a:t>
                </a:r>
                <a:endParaRPr/>
              </a:p>
            </p:txBody>
          </p:sp>
          <p:grpSp>
            <p:nvGrpSpPr>
              <p:cNvPr id="44" name="组合 117"/>
              <p:cNvGrpSpPr/>
              <p:nvPr/>
            </p:nvGrpSpPr>
            <p:grpSpPr>
              <a:xfrm>
                <a:off x="487946" y="1333254"/>
                <a:ext cx="1167090" cy="430887"/>
                <a:chOff x="487946" y="1333254"/>
                <a:chExt cx="1167090" cy="430887"/>
              </a:xfrm>
            </p:grpSpPr>
            <p:sp>
              <p:nvSpPr>
                <p:cNvPr id="45" name="文本框 118"/>
                <p:cNvSpPr txBox="1"/>
                <p:nvPr/>
              </p:nvSpPr>
              <p:spPr>
                <a:xfrm>
                  <a:off x="784285" y="1333254"/>
                  <a:ext cx="87075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Vixile</a:t>
                  </a:r>
                  <a:endParaRPr/>
                </a:p>
              </p:txBody>
            </p:sp>
            <p:sp>
              <p:nvSpPr>
                <p:cNvPr id="46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47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48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49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50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994,525</a:t>
                </a:r>
                <a:endParaRPr/>
              </a:p>
            </p:txBody>
          </p:sp>
        </p:grpSp>
      </p:grpSp>
      <p:grpSp>
        <p:nvGrpSpPr>
          <p:cNvPr id="51" name="组合 152"/>
          <p:cNvGrpSpPr/>
          <p:nvPr/>
        </p:nvGrpSpPr>
        <p:grpSpPr>
          <a:xfrm>
            <a:off x="487946" y="3325741"/>
            <a:ext cx="11267643" cy="1050400"/>
            <a:chOff x="487946" y="4086751"/>
            <a:chExt cx="11267643" cy="1050400"/>
          </a:xfrm>
        </p:grpSpPr>
        <p:grpSp>
          <p:nvGrpSpPr>
            <p:cNvPr id="52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53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993,229</a:t>
                </a:r>
                <a:endParaRPr/>
              </a:p>
            </p:txBody>
          </p:sp>
          <p:grpSp>
            <p:nvGrpSpPr>
              <p:cNvPr id="54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55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56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57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58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59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60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993,129</a:t>
                </a:r>
                <a:endParaRPr/>
              </a:p>
            </p:txBody>
          </p:sp>
        </p:grpSp>
      </p:grpSp>
      <p:sp>
        <p:nvSpPr>
          <p:cNvPr id="61" name="文本框 176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2" name="文本框 177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3" name="文本框 178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4" name="文本框 17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5" name="文本框 18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6" name="文本框 181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7" name="文本框 182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8" name="文本框 183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9" name="文本框 184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0" name="文本框 185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1" name="文本框 186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2" name="矩形 171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3" name="矩形 172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" name="文本框 173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75" name="文本框 174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76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2" y="1305906"/>
            <a:ext cx="3318822" cy="921895"/>
          </a:xfrm>
          <a:prstGeom prst="rect">
            <a:avLst/>
          </a:prstGeom>
        </p:spPr>
      </p:pic>
      <p:sp>
        <p:nvSpPr>
          <p:cNvPr id="77" name="文本框 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8" name="文本框 6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dark cat - ELINE [ECHOES (LN-Edit)]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Toaph Daddy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79" name="文本框 9"/>
          <p:cNvSpPr txBox="1"/>
          <p:nvPr/>
        </p:nvSpPr>
        <p:spPr>
          <a:xfrm>
            <a:off x="4424807" y="322561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2:59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5.23</a:t>
            </a:r>
            <a:endParaRPr/>
          </a:p>
        </p:txBody>
      </p:sp>
      <p:sp>
        <p:nvSpPr>
          <p:cNvPr id="80" name="文本框 17"/>
          <p:cNvSpPr txBox="1"/>
          <p:nvPr/>
        </p:nvSpPr>
        <p:spPr>
          <a:xfrm>
            <a:off x="6067329" y="322561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398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1,106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84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85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86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87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88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89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90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91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92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8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9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00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7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08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09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2,981,322</a:t>
              </a:r>
              <a:endParaRPr/>
            </a:p>
          </p:txBody>
        </p:sp>
        <p:sp>
          <p:nvSpPr>
            <p:cNvPr id="110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2,983,464</a:t>
              </a:r>
              <a:endParaRPr/>
            </a:p>
          </p:txBody>
        </p:sp>
      </p:grpSp>
      <p:sp>
        <p:nvSpPr>
          <p:cNvPr id="111" name="文本框 125"/>
          <p:cNvSpPr txBox="1"/>
          <p:nvPr/>
        </p:nvSpPr>
        <p:spPr>
          <a:xfrm>
            <a:off x="7211063" y="4403948"/>
            <a:ext cx="60946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12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113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994,226</a:t>
              </a:r>
              <a:endParaRPr/>
            </a:p>
          </p:txBody>
        </p:sp>
        <p:grpSp>
          <p:nvGrpSpPr>
            <p:cNvPr id="114" name="组合 37"/>
            <p:cNvGrpSpPr/>
            <p:nvPr/>
          </p:nvGrpSpPr>
          <p:grpSpPr>
            <a:xfrm>
              <a:off x="487946" y="1333254"/>
              <a:ext cx="1343421" cy="430887"/>
              <a:chOff x="487946" y="1333254"/>
              <a:chExt cx="1343421" cy="430887"/>
            </a:xfrm>
          </p:grpSpPr>
          <p:sp>
            <p:nvSpPr>
              <p:cNvPr id="115" name="文本框 16"/>
              <p:cNvSpPr txBox="1"/>
              <p:nvPr/>
            </p:nvSpPr>
            <p:spPr>
              <a:xfrm>
                <a:off x="784285" y="1333254"/>
                <a:ext cx="104708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debuti</a:t>
                </a:r>
                <a:endParaRPr/>
              </a:p>
            </p:txBody>
          </p:sp>
          <p:sp>
            <p:nvSpPr>
              <p:cNvPr id="116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117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118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119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995,810</a:t>
              </a:r>
              <a:endParaRPr/>
            </a:p>
          </p:txBody>
        </p:sp>
      </p:grpSp>
      <p:grpSp>
        <p:nvGrpSpPr>
          <p:cNvPr id="120" name="组合 148"/>
          <p:cNvGrpSpPr/>
          <p:nvPr/>
        </p:nvGrpSpPr>
        <p:grpSpPr>
          <a:xfrm>
            <a:off x="419418" y="1757118"/>
            <a:ext cx="11431462" cy="1544476"/>
            <a:chOff x="419418" y="1757118"/>
            <a:chExt cx="11431462" cy="1544476"/>
          </a:xfrm>
        </p:grpSpPr>
        <p:grpSp>
          <p:nvGrpSpPr>
            <p:cNvPr id="121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122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23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2,343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266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  <p:sp>
          <p:nvSpPr>
            <p:cNvPr id="124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99.82%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2,610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5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99.87%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,610</a:t>
              </a:r>
              <a:endParaRPr/>
            </a:p>
          </p:txBody>
        </p:sp>
        <p:grpSp>
          <p:nvGrpSpPr>
            <p:cNvPr id="126" name="组合 131"/>
            <p:cNvGrpSpPr/>
            <p:nvPr/>
          </p:nvGrpSpPr>
          <p:grpSpPr>
            <a:xfrm>
              <a:off x="10636562" y="1808878"/>
              <a:ext cx="1214318" cy="1492716"/>
              <a:chOff x="463670" y="2498347"/>
              <a:chExt cx="1214318" cy="1492716"/>
            </a:xfrm>
          </p:grpSpPr>
          <p:sp>
            <p:nvSpPr>
              <p:cNvPr id="127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28" name="文本框 133"/>
              <p:cNvSpPr txBox="1"/>
              <p:nvPr/>
            </p:nvSpPr>
            <p:spPr>
              <a:xfrm>
                <a:off x="1008183" y="2498347"/>
                <a:ext cx="669805" cy="1492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2,401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209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endParaRPr lang="zh-CN" altLang="en-US" sz="1300" dirty="0">
                  <a:solidFill>
                    <a:schemeClr val="bg1"/>
                  </a:solidFill>
                  <a:latin typeface="Torus Bold" panose="00000800000000000000" pitchFamily="50" charset="0"/>
                </a:endParaRPr>
              </a:p>
            </p:txBody>
          </p:sp>
        </p:grpSp>
      </p:grpSp>
      <p:grpSp>
        <p:nvGrpSpPr>
          <p:cNvPr id="129" name="组合 150"/>
          <p:cNvGrpSpPr/>
          <p:nvPr/>
        </p:nvGrpSpPr>
        <p:grpSpPr>
          <a:xfrm>
            <a:off x="497715" y="3058040"/>
            <a:ext cx="11263199" cy="1010989"/>
            <a:chOff x="497715" y="3058040"/>
            <a:chExt cx="11263199" cy="1010989"/>
          </a:xfrm>
        </p:grpSpPr>
        <p:grpSp>
          <p:nvGrpSpPr>
            <p:cNvPr id="130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131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993,867</a:t>
                </a:r>
                <a:endParaRPr/>
              </a:p>
            </p:txBody>
          </p:sp>
          <p:grpSp>
            <p:nvGrpSpPr>
              <p:cNvPr id="132" name="组合 117"/>
              <p:cNvGrpSpPr/>
              <p:nvPr/>
            </p:nvGrpSpPr>
            <p:grpSpPr>
              <a:xfrm>
                <a:off x="487946" y="1333254"/>
                <a:ext cx="1167090" cy="430887"/>
                <a:chOff x="487946" y="1333254"/>
                <a:chExt cx="1167090" cy="430887"/>
              </a:xfrm>
            </p:grpSpPr>
            <p:sp>
              <p:nvSpPr>
                <p:cNvPr id="133" name="文本框 118"/>
                <p:cNvSpPr txBox="1"/>
                <p:nvPr/>
              </p:nvSpPr>
              <p:spPr>
                <a:xfrm>
                  <a:off x="784285" y="1333254"/>
                  <a:ext cx="87075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Vixile</a:t>
                  </a:r>
                  <a:endParaRPr/>
                </a:p>
              </p:txBody>
            </p:sp>
            <p:sp>
              <p:nvSpPr>
                <p:cNvPr id="134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35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136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137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138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994,525</a:t>
                </a:r>
                <a:endParaRPr/>
              </a:p>
            </p:txBody>
          </p:sp>
        </p:grpSp>
      </p:grpSp>
      <p:grpSp>
        <p:nvGrpSpPr>
          <p:cNvPr id="139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140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141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993,229</a:t>
                </a:r>
                <a:endParaRPr/>
              </a:p>
            </p:txBody>
          </p:sp>
          <p:grpSp>
            <p:nvGrpSpPr>
              <p:cNvPr id="142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143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144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145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146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147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148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993,129</a:t>
                </a:r>
                <a:endParaRPr/>
              </a:p>
            </p:txBody>
          </p:sp>
        </p:grpSp>
      </p:grpSp>
      <p:pic>
        <p:nvPicPr>
          <p:cNvPr id="149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2" y="1305906"/>
            <a:ext cx="3318822" cy="921895"/>
          </a:xfrm>
          <a:prstGeom prst="rect">
            <a:avLst/>
          </a:prstGeom>
        </p:spPr>
      </p:pic>
      <p:sp>
        <p:nvSpPr>
          <p:cNvPr id="150" name="文本框 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1" name="文本框 6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dark cat - ELINE [ECHOES (LN-Edit)]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Toaph Daddy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52" name="文本框 9"/>
          <p:cNvSpPr txBox="1"/>
          <p:nvPr/>
        </p:nvSpPr>
        <p:spPr>
          <a:xfrm>
            <a:off x="4424807" y="322561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2:59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5.23</a:t>
            </a:r>
            <a:endParaRPr/>
          </a:p>
        </p:txBody>
      </p:sp>
      <p:sp>
        <p:nvSpPr>
          <p:cNvPr id="153" name="文本框 17"/>
          <p:cNvSpPr txBox="1"/>
          <p:nvPr/>
        </p:nvSpPr>
        <p:spPr>
          <a:xfrm>
            <a:off x="6067329" y="322561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398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1,106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grpSp>
        <p:nvGrpSpPr>
          <p:cNvPr id="154" name="组合 18"/>
          <p:cNvGrpSpPr/>
          <p:nvPr/>
        </p:nvGrpSpPr>
        <p:grpSpPr>
          <a:xfrm>
            <a:off x="371659" y="1304560"/>
            <a:ext cx="11469907" cy="1796980"/>
            <a:chOff x="371659" y="1304560"/>
            <a:chExt cx="11469907" cy="1796980"/>
          </a:xfrm>
        </p:grpSpPr>
        <p:sp>
          <p:nvSpPr>
            <p:cNvPr id="155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7" name="文本框 21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8" name="文本框 22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9" name="文本框 23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0" name="文本框 2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1" name="文本框 3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2" name="文本框 32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3" name="文本框 34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4" name="文本框 35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5" name="文本框 36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6" name="文本框 38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7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8" name="矩形 40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9" name="矩形 41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0" name="文本框 42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71" name="文本框 43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175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176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177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178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179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80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81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82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83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4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9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90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91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98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99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200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2,981,322</a:t>
              </a:r>
              <a:endParaRPr/>
            </a:p>
          </p:txBody>
        </p:sp>
        <p:sp>
          <p:nvSpPr>
            <p:cNvPr id="201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2,983,464</a:t>
              </a:r>
              <a:endParaRPr/>
            </a:p>
          </p:txBody>
        </p:sp>
      </p:grpSp>
      <p:sp>
        <p:nvSpPr>
          <p:cNvPr id="202" name="文本框 125"/>
          <p:cNvSpPr txBox="1"/>
          <p:nvPr/>
        </p:nvSpPr>
        <p:spPr>
          <a:xfrm>
            <a:off x="7211063" y="4403948"/>
            <a:ext cx="60946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03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204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994,226</a:t>
              </a:r>
              <a:endParaRPr/>
            </a:p>
          </p:txBody>
        </p:sp>
        <p:grpSp>
          <p:nvGrpSpPr>
            <p:cNvPr id="205" name="组合 37"/>
            <p:cNvGrpSpPr/>
            <p:nvPr/>
          </p:nvGrpSpPr>
          <p:grpSpPr>
            <a:xfrm>
              <a:off x="487946" y="1333254"/>
              <a:ext cx="1343421" cy="430887"/>
              <a:chOff x="487946" y="1333254"/>
              <a:chExt cx="1343421" cy="430887"/>
            </a:xfrm>
          </p:grpSpPr>
          <p:sp>
            <p:nvSpPr>
              <p:cNvPr id="206" name="文本框 16"/>
              <p:cNvSpPr txBox="1"/>
              <p:nvPr/>
            </p:nvSpPr>
            <p:spPr>
              <a:xfrm>
                <a:off x="784285" y="1333254"/>
                <a:ext cx="104708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debuti</a:t>
                </a:r>
                <a:endParaRPr/>
              </a:p>
            </p:txBody>
          </p:sp>
          <p:sp>
            <p:nvSpPr>
              <p:cNvPr id="207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208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209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210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995,810</a:t>
              </a:r>
              <a:endParaRPr/>
            </a:p>
          </p:txBody>
        </p:sp>
      </p:grpSp>
      <p:grpSp>
        <p:nvGrpSpPr>
          <p:cNvPr id="211" name="组合 148"/>
          <p:cNvGrpSpPr/>
          <p:nvPr/>
        </p:nvGrpSpPr>
        <p:grpSpPr>
          <a:xfrm>
            <a:off x="419418" y="2765912"/>
            <a:ext cx="11431462" cy="1492716"/>
            <a:chOff x="419418" y="1757118"/>
            <a:chExt cx="11431462" cy="1492716"/>
          </a:xfrm>
        </p:grpSpPr>
        <p:grpSp>
          <p:nvGrpSpPr>
            <p:cNvPr id="212" name="组合 27"/>
            <p:cNvGrpSpPr/>
            <p:nvPr/>
          </p:nvGrpSpPr>
          <p:grpSpPr>
            <a:xfrm>
              <a:off x="419418" y="1757118"/>
              <a:ext cx="1214318" cy="1492716"/>
              <a:chOff x="463670" y="2498347"/>
              <a:chExt cx="1214318" cy="1492716"/>
            </a:xfrm>
          </p:grpSpPr>
          <p:sp>
            <p:nvSpPr>
              <p:cNvPr id="213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214" name="文本框 25"/>
              <p:cNvSpPr txBox="1"/>
              <p:nvPr/>
            </p:nvSpPr>
            <p:spPr>
              <a:xfrm>
                <a:off x="1008183" y="2498347"/>
                <a:ext cx="669805" cy="1492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2,293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316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endParaRPr lang="en-US" altLang="zh-CN" sz="1300" dirty="0">
                  <a:solidFill>
                    <a:schemeClr val="bg1"/>
                  </a:solidFill>
                  <a:latin typeface="Torus Bold" panose="00000800000000000000" pitchFamily="50" charset="0"/>
                </a:endParaRPr>
              </a:p>
            </p:txBody>
          </p:sp>
        </p:grpSp>
        <p:sp>
          <p:nvSpPr>
            <p:cNvPr id="215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99.81%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2,610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6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</a:t>
              </a:r>
              <a:r>
                <a:rPr lang="en-US" altLang="zh-CN" dirty="0">
                  <a:solidFill>
                    <a:schemeClr val="bg1"/>
                  </a:solidFill>
                  <a:latin typeface="Torus Bold" panose="00000800000000000000" pitchFamily="50" charset="0"/>
                </a:rPr>
                <a:t>3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,610</a:t>
              </a:r>
              <a:endParaRPr/>
            </a:p>
          </p:txBody>
        </p:sp>
        <p:grpSp>
          <p:nvGrpSpPr>
            <p:cNvPr id="217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218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219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2,358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251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220" name="组合 150"/>
          <p:cNvGrpSpPr/>
          <p:nvPr/>
        </p:nvGrpSpPr>
        <p:grpSpPr>
          <a:xfrm>
            <a:off x="497715" y="2326528"/>
            <a:ext cx="11263199" cy="1010989"/>
            <a:chOff x="497715" y="3058040"/>
            <a:chExt cx="11263199" cy="1010989"/>
          </a:xfrm>
        </p:grpSpPr>
        <p:grpSp>
          <p:nvGrpSpPr>
            <p:cNvPr id="221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222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993,867</a:t>
                </a:r>
                <a:endParaRPr/>
              </a:p>
            </p:txBody>
          </p:sp>
          <p:grpSp>
            <p:nvGrpSpPr>
              <p:cNvPr id="223" name="组合 117"/>
              <p:cNvGrpSpPr/>
              <p:nvPr/>
            </p:nvGrpSpPr>
            <p:grpSpPr>
              <a:xfrm>
                <a:off x="487946" y="1333254"/>
                <a:ext cx="1167090" cy="430887"/>
                <a:chOff x="487946" y="1333254"/>
                <a:chExt cx="1167090" cy="430887"/>
              </a:xfrm>
            </p:grpSpPr>
            <p:sp>
              <p:nvSpPr>
                <p:cNvPr id="224" name="文本框 118"/>
                <p:cNvSpPr txBox="1"/>
                <p:nvPr/>
              </p:nvSpPr>
              <p:spPr>
                <a:xfrm>
                  <a:off x="784285" y="1333254"/>
                  <a:ext cx="87075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Vixile</a:t>
                  </a:r>
                  <a:endParaRPr/>
                </a:p>
              </p:txBody>
            </p:sp>
            <p:sp>
              <p:nvSpPr>
                <p:cNvPr id="225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226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227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228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229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994,525</a:t>
                </a:r>
                <a:endParaRPr/>
              </a:p>
            </p:txBody>
          </p:sp>
        </p:grpSp>
      </p:grpSp>
      <p:grpSp>
        <p:nvGrpSpPr>
          <p:cNvPr id="230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231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232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993,229</a:t>
                </a:r>
                <a:endParaRPr/>
              </a:p>
            </p:txBody>
          </p:sp>
          <p:grpSp>
            <p:nvGrpSpPr>
              <p:cNvPr id="233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234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235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236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237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238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239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993,129</a:t>
                </a:r>
                <a:endParaRPr/>
              </a:p>
            </p:txBody>
          </p:sp>
        </p:grpSp>
      </p:grpSp>
      <p:pic>
        <p:nvPicPr>
          <p:cNvPr id="240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2" y="1305906"/>
            <a:ext cx="3318822" cy="921895"/>
          </a:xfrm>
          <a:prstGeom prst="rect">
            <a:avLst/>
          </a:prstGeom>
        </p:spPr>
      </p:pic>
      <p:sp>
        <p:nvSpPr>
          <p:cNvPr id="241" name="文本框 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2" name="文本框 6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dark cat - ELINE [ECHOES (LN-Edit)]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Toaph Daddy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43" name="文本框 9"/>
          <p:cNvSpPr txBox="1"/>
          <p:nvPr/>
        </p:nvSpPr>
        <p:spPr>
          <a:xfrm>
            <a:off x="4424807" y="322561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2:59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5.23</a:t>
            </a:r>
            <a:endParaRPr/>
          </a:p>
        </p:txBody>
      </p:sp>
      <p:sp>
        <p:nvSpPr>
          <p:cNvPr id="244" name="文本框 17"/>
          <p:cNvSpPr txBox="1"/>
          <p:nvPr/>
        </p:nvSpPr>
        <p:spPr>
          <a:xfrm>
            <a:off x="6067329" y="322561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398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1,106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grpSp>
        <p:nvGrpSpPr>
          <p:cNvPr id="245" name="组合 18"/>
          <p:cNvGrpSpPr/>
          <p:nvPr/>
        </p:nvGrpSpPr>
        <p:grpSpPr>
          <a:xfrm>
            <a:off x="371659" y="2301547"/>
            <a:ext cx="11469907" cy="1796980"/>
            <a:chOff x="371659" y="1304560"/>
            <a:chExt cx="11469907" cy="1796980"/>
          </a:xfrm>
        </p:grpSpPr>
        <p:sp>
          <p:nvSpPr>
            <p:cNvPr id="246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8" name="文本框 21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9" name="文本框 22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0" name="文本框 23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1" name="文本框 2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2" name="文本框 3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3" name="文本框 32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4" name="文本框 34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5" name="文本框 35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6" name="文本框 36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7" name="文本框 38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8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9" name="矩形 40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0" name="矩形 41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1" name="文本框 42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62" name="文本框 43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2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266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267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268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269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270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271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272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273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274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5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7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9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0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81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282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4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6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7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89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90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291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2,981,322</a:t>
              </a:r>
              <a:endParaRPr/>
            </a:p>
          </p:txBody>
        </p:sp>
        <p:sp>
          <p:nvSpPr>
            <p:cNvPr id="292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2,983,464</a:t>
              </a:r>
              <a:endParaRPr/>
            </a:p>
          </p:txBody>
        </p:sp>
      </p:grpSp>
      <p:sp>
        <p:nvSpPr>
          <p:cNvPr id="293" name="文本框 125"/>
          <p:cNvSpPr txBox="1"/>
          <p:nvPr/>
        </p:nvSpPr>
        <p:spPr>
          <a:xfrm>
            <a:off x="7211063" y="4403948"/>
            <a:ext cx="60946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94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295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994,226</a:t>
              </a:r>
              <a:endParaRPr/>
            </a:p>
          </p:txBody>
        </p:sp>
        <p:grpSp>
          <p:nvGrpSpPr>
            <p:cNvPr id="296" name="组合 37"/>
            <p:cNvGrpSpPr/>
            <p:nvPr/>
          </p:nvGrpSpPr>
          <p:grpSpPr>
            <a:xfrm>
              <a:off x="487946" y="1333254"/>
              <a:ext cx="1343421" cy="430887"/>
              <a:chOff x="487946" y="1333254"/>
              <a:chExt cx="1343421" cy="430887"/>
            </a:xfrm>
          </p:grpSpPr>
          <p:sp>
            <p:nvSpPr>
              <p:cNvPr id="297" name="文本框 16"/>
              <p:cNvSpPr txBox="1"/>
              <p:nvPr/>
            </p:nvSpPr>
            <p:spPr>
              <a:xfrm>
                <a:off x="784285" y="1333254"/>
                <a:ext cx="104708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debuti</a:t>
                </a:r>
                <a:endParaRPr/>
              </a:p>
            </p:txBody>
          </p:sp>
          <p:sp>
            <p:nvSpPr>
              <p:cNvPr id="298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299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300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301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995,810</a:t>
              </a:r>
              <a:endParaRPr/>
            </a:p>
          </p:txBody>
        </p:sp>
      </p:grpSp>
      <p:grpSp>
        <p:nvGrpSpPr>
          <p:cNvPr id="302" name="组合 148"/>
          <p:cNvGrpSpPr/>
          <p:nvPr/>
        </p:nvGrpSpPr>
        <p:grpSpPr>
          <a:xfrm>
            <a:off x="419418" y="3815995"/>
            <a:ext cx="11431462" cy="1344422"/>
            <a:chOff x="419418" y="1757118"/>
            <a:chExt cx="11431462" cy="1344422"/>
          </a:xfrm>
        </p:grpSpPr>
        <p:grpSp>
          <p:nvGrpSpPr>
            <p:cNvPr id="303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304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305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2,293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316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  <p:sp>
          <p:nvSpPr>
            <p:cNvPr id="306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99.79%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2,610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7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99.79%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,610</a:t>
              </a:r>
              <a:endParaRPr/>
            </a:p>
          </p:txBody>
        </p:sp>
        <p:grpSp>
          <p:nvGrpSpPr>
            <p:cNvPr id="308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309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310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2,288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321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311" name="组合 150"/>
          <p:cNvGrpSpPr/>
          <p:nvPr/>
        </p:nvGrpSpPr>
        <p:grpSpPr>
          <a:xfrm>
            <a:off x="497715" y="2326528"/>
            <a:ext cx="11263199" cy="1010989"/>
            <a:chOff x="497715" y="3058040"/>
            <a:chExt cx="11263199" cy="1010989"/>
          </a:xfrm>
        </p:grpSpPr>
        <p:grpSp>
          <p:nvGrpSpPr>
            <p:cNvPr id="312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313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993,867</a:t>
                </a:r>
                <a:endParaRPr/>
              </a:p>
            </p:txBody>
          </p:sp>
          <p:grpSp>
            <p:nvGrpSpPr>
              <p:cNvPr id="314" name="组合 117"/>
              <p:cNvGrpSpPr/>
              <p:nvPr/>
            </p:nvGrpSpPr>
            <p:grpSpPr>
              <a:xfrm>
                <a:off x="487946" y="1333254"/>
                <a:ext cx="1167090" cy="430887"/>
                <a:chOff x="487946" y="1333254"/>
                <a:chExt cx="1167090" cy="430887"/>
              </a:xfrm>
            </p:grpSpPr>
            <p:sp>
              <p:nvSpPr>
                <p:cNvPr id="315" name="文本框 118"/>
                <p:cNvSpPr txBox="1"/>
                <p:nvPr/>
              </p:nvSpPr>
              <p:spPr>
                <a:xfrm>
                  <a:off x="784285" y="1333254"/>
                  <a:ext cx="87075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Vixile</a:t>
                  </a:r>
                  <a:endParaRPr/>
                </a:p>
              </p:txBody>
            </p:sp>
            <p:sp>
              <p:nvSpPr>
                <p:cNvPr id="316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317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318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319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320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994,525</a:t>
                </a:r>
                <a:endParaRPr/>
              </a:p>
            </p:txBody>
          </p:sp>
        </p:grpSp>
      </p:grpSp>
      <p:grpSp>
        <p:nvGrpSpPr>
          <p:cNvPr id="321" name="组合 152"/>
          <p:cNvGrpSpPr/>
          <p:nvPr/>
        </p:nvGrpSpPr>
        <p:grpSpPr>
          <a:xfrm>
            <a:off x="487946" y="3325741"/>
            <a:ext cx="11267643" cy="1050400"/>
            <a:chOff x="487946" y="4086751"/>
            <a:chExt cx="11267643" cy="1050400"/>
          </a:xfrm>
        </p:grpSpPr>
        <p:grpSp>
          <p:nvGrpSpPr>
            <p:cNvPr id="322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323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993,229</a:t>
                </a:r>
                <a:endParaRPr/>
              </a:p>
            </p:txBody>
          </p:sp>
          <p:grpSp>
            <p:nvGrpSpPr>
              <p:cNvPr id="324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325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326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327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328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329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330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993,129</a:t>
                </a:r>
                <a:endParaRPr/>
              </a:p>
            </p:txBody>
          </p:sp>
        </p:grpSp>
      </p:grpSp>
      <p:pic>
        <p:nvPicPr>
          <p:cNvPr id="331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2" y="1305906"/>
            <a:ext cx="3318822" cy="921895"/>
          </a:xfrm>
          <a:prstGeom prst="rect">
            <a:avLst/>
          </a:prstGeom>
        </p:spPr>
      </p:pic>
      <p:sp>
        <p:nvSpPr>
          <p:cNvPr id="332" name="文本框 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33" name="文本框 6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dark cat - ELINE [ECHOES (LN-Edit)]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Toaph Daddy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334" name="文本框 9"/>
          <p:cNvSpPr txBox="1"/>
          <p:nvPr/>
        </p:nvSpPr>
        <p:spPr>
          <a:xfrm>
            <a:off x="4424807" y="322561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2:59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5.23</a:t>
            </a:r>
            <a:endParaRPr/>
          </a:p>
        </p:txBody>
      </p:sp>
      <p:sp>
        <p:nvSpPr>
          <p:cNvPr id="335" name="文本框 17"/>
          <p:cNvSpPr txBox="1"/>
          <p:nvPr/>
        </p:nvSpPr>
        <p:spPr>
          <a:xfrm>
            <a:off x="6067329" y="322561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398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1,106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grpSp>
        <p:nvGrpSpPr>
          <p:cNvPr id="336" name="组合 20"/>
          <p:cNvGrpSpPr/>
          <p:nvPr/>
        </p:nvGrpSpPr>
        <p:grpSpPr>
          <a:xfrm>
            <a:off x="371659" y="3333941"/>
            <a:ext cx="11469907" cy="1796980"/>
            <a:chOff x="371659" y="1304560"/>
            <a:chExt cx="11469907" cy="1796980"/>
          </a:xfrm>
        </p:grpSpPr>
        <p:sp>
          <p:nvSpPr>
            <p:cNvPr id="337" name="矩形 21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8" name="矩形 22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9" name="文本框 23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0" name="文本框 29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1" name="文本框 30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2" name="文本框 32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3" name="文本框 34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4" name="文本框 35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5" name="文本框 36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6" name="文本框 38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7" name="文本框 39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8" name="文本框 40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49" name="文本框 41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50" name="矩形 42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1" name="矩形 43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文本框 44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53" name="文本框 45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3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6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357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358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359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360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361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362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363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364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365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6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8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9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0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1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72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373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5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6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8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9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80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81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382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2,981,322</a:t>
              </a:r>
              <a:endParaRPr/>
            </a:p>
          </p:txBody>
        </p:sp>
        <p:sp>
          <p:nvSpPr>
            <p:cNvPr id="383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2,983,464</a:t>
              </a:r>
              <a:endParaRPr/>
            </a:p>
          </p:txBody>
        </p:sp>
      </p:grpSp>
      <p:sp>
        <p:nvSpPr>
          <p:cNvPr id="384" name="文本框 125"/>
          <p:cNvSpPr txBox="1"/>
          <p:nvPr/>
        </p:nvSpPr>
        <p:spPr>
          <a:xfrm>
            <a:off x="7211063" y="4403948"/>
            <a:ext cx="60946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85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386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994,226</a:t>
              </a:r>
              <a:endParaRPr/>
            </a:p>
          </p:txBody>
        </p:sp>
        <p:grpSp>
          <p:nvGrpSpPr>
            <p:cNvPr id="387" name="组合 37"/>
            <p:cNvGrpSpPr/>
            <p:nvPr/>
          </p:nvGrpSpPr>
          <p:grpSpPr>
            <a:xfrm>
              <a:off x="487946" y="1333254"/>
              <a:ext cx="1343421" cy="430887"/>
              <a:chOff x="487946" y="1333254"/>
              <a:chExt cx="1343421" cy="430887"/>
            </a:xfrm>
          </p:grpSpPr>
          <p:sp>
            <p:nvSpPr>
              <p:cNvPr id="388" name="文本框 16"/>
              <p:cNvSpPr txBox="1"/>
              <p:nvPr/>
            </p:nvSpPr>
            <p:spPr>
              <a:xfrm>
                <a:off x="784285" y="1333254"/>
                <a:ext cx="104708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debuti</a:t>
                </a:r>
                <a:endParaRPr/>
              </a:p>
            </p:txBody>
          </p:sp>
          <p:sp>
            <p:nvSpPr>
              <p:cNvPr id="389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390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391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392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995,810</a:t>
              </a:r>
              <a:endParaRPr/>
            </a:p>
          </p:txBody>
        </p:sp>
      </p:grpSp>
      <p:grpSp>
        <p:nvGrpSpPr>
          <p:cNvPr id="393" name="组合 150"/>
          <p:cNvGrpSpPr/>
          <p:nvPr/>
        </p:nvGrpSpPr>
        <p:grpSpPr>
          <a:xfrm>
            <a:off x="497715" y="2326528"/>
            <a:ext cx="11263199" cy="1010989"/>
            <a:chOff x="497715" y="3058040"/>
            <a:chExt cx="11263199" cy="1010989"/>
          </a:xfrm>
        </p:grpSpPr>
        <p:grpSp>
          <p:nvGrpSpPr>
            <p:cNvPr id="394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395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993,867</a:t>
                </a:r>
                <a:endParaRPr/>
              </a:p>
            </p:txBody>
          </p:sp>
          <p:grpSp>
            <p:nvGrpSpPr>
              <p:cNvPr id="396" name="组合 117"/>
              <p:cNvGrpSpPr/>
              <p:nvPr/>
            </p:nvGrpSpPr>
            <p:grpSpPr>
              <a:xfrm>
                <a:off x="487946" y="1333254"/>
                <a:ext cx="1167090" cy="430887"/>
                <a:chOff x="487946" y="1333254"/>
                <a:chExt cx="1167090" cy="430887"/>
              </a:xfrm>
            </p:grpSpPr>
            <p:sp>
              <p:nvSpPr>
                <p:cNvPr id="397" name="文本框 118"/>
                <p:cNvSpPr txBox="1"/>
                <p:nvPr/>
              </p:nvSpPr>
              <p:spPr>
                <a:xfrm>
                  <a:off x="784285" y="1333254"/>
                  <a:ext cx="87075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Vixile</a:t>
                  </a:r>
                  <a:endParaRPr/>
                </a:p>
              </p:txBody>
            </p:sp>
            <p:sp>
              <p:nvSpPr>
                <p:cNvPr id="398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399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400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401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402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994,525</a:t>
                </a:r>
                <a:endParaRPr/>
              </a:p>
            </p:txBody>
          </p:sp>
        </p:grpSp>
      </p:grpSp>
      <p:grpSp>
        <p:nvGrpSpPr>
          <p:cNvPr id="403" name="组合 152"/>
          <p:cNvGrpSpPr/>
          <p:nvPr/>
        </p:nvGrpSpPr>
        <p:grpSpPr>
          <a:xfrm>
            <a:off x="487946" y="3325741"/>
            <a:ext cx="11267643" cy="1050400"/>
            <a:chOff x="487946" y="4086751"/>
            <a:chExt cx="11267643" cy="1050400"/>
          </a:xfrm>
        </p:grpSpPr>
        <p:grpSp>
          <p:nvGrpSpPr>
            <p:cNvPr id="404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405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993,229</a:t>
                </a:r>
                <a:endParaRPr/>
              </a:p>
            </p:txBody>
          </p:sp>
          <p:grpSp>
            <p:nvGrpSpPr>
              <p:cNvPr id="406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407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408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409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410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411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412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993,129</a:t>
                </a:r>
                <a:endParaRPr/>
              </a:p>
            </p:txBody>
          </p:sp>
        </p:grpSp>
      </p:grpSp>
      <p:pic>
        <p:nvPicPr>
          <p:cNvPr id="41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2" y="1305906"/>
            <a:ext cx="3318822" cy="921895"/>
          </a:xfrm>
          <a:prstGeom prst="rect">
            <a:avLst/>
          </a:prstGeom>
        </p:spPr>
      </p:pic>
      <p:sp>
        <p:nvSpPr>
          <p:cNvPr id="414" name="文本框 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15" name="文本框 6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dark cat - ELINE [ECHOES (LN-Edit)]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Toaph Daddy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416" name="文本框 9"/>
          <p:cNvSpPr txBox="1"/>
          <p:nvPr/>
        </p:nvSpPr>
        <p:spPr>
          <a:xfrm>
            <a:off x="4424807" y="322561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2:59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5.23</a:t>
            </a:r>
            <a:endParaRPr/>
          </a:p>
        </p:txBody>
      </p:sp>
      <p:sp>
        <p:nvSpPr>
          <p:cNvPr id="417" name="文本框 17"/>
          <p:cNvSpPr txBox="1"/>
          <p:nvPr/>
        </p:nvSpPr>
        <p:spPr>
          <a:xfrm>
            <a:off x="6067329" y="322561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398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1,106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418" name="文本框 18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19" name="文本框 19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0" name="文本框 23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1" name="文本框 2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2" name="文本框 3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3" name="文本框 32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4" name="文本框 34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5" name="文本框 35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6" name="文本框 36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7" name="文本框 38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8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9" name="矩形 40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0" name="矩形 41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1" name="文本框 42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432" name="文本框 43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4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436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437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438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439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440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441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442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443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444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5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6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7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8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9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0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51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452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3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4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5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6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7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8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59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460" name="文本框 80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1" name="文本框 8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2" name="文本框 85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3" name="文本框 92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4" name="文本框 93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5" name="文本框 94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6" name="文本框 95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7" name="文本框 96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8" name="文本框 97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9" name="文本框 126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70" name="文本框 134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71" name="文本框 135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72" name="矩形 47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3" name="矩形 48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4" name="文本框 49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475" name="文本框 50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476" name="文本框 6"/>
          <p:cNvSpPr txBox="1"/>
          <p:nvPr/>
        </p:nvSpPr>
        <p:spPr>
          <a:xfrm>
            <a:off x="925715" y="2704639"/>
            <a:ext cx="2647463" cy="1423622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  <a:p>
            <a:pPr algn="r"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Pick</a:t>
            </a:r>
            <a:endParaRPr/>
          </a:p>
        </p:txBody>
      </p:sp>
      <p:pic>
        <p:nvPicPr>
          <p:cNvPr id="477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36584" y="1840917"/>
            <a:ext cx="3318829" cy="921897"/>
          </a:xfrm>
          <a:prstGeom prst="rect">
            <a:avLst/>
          </a:prstGeom>
        </p:spPr>
      </p:pic>
      <p:sp>
        <p:nvSpPr>
          <p:cNvPr id="478" name="文本框 18"/>
          <p:cNvSpPr txBox="1"/>
          <p:nvPr/>
        </p:nvSpPr>
        <p:spPr>
          <a:xfrm>
            <a:off x="7134396" y="1839571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79" name="文本框 19"/>
          <p:cNvSpPr txBox="1"/>
          <p:nvPr/>
        </p:nvSpPr>
        <p:spPr>
          <a:xfrm>
            <a:off x="4432782" y="2814709"/>
            <a:ext cx="3326434" cy="141897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ptar124 - OCTAGRAM ~Dai Happyaku Hachijuu Hachi Ji Makai Taisen~ (2026 Remaster) [Challenge]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jh05013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480" name="文本框 20"/>
          <p:cNvSpPr txBox="1"/>
          <p:nvPr/>
        </p:nvSpPr>
        <p:spPr>
          <a:xfrm>
            <a:off x="4432782" y="4254665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2:45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222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5.32</a:t>
            </a:r>
            <a:endParaRPr/>
          </a:p>
        </p:txBody>
      </p:sp>
      <p:sp>
        <p:nvSpPr>
          <p:cNvPr id="481" name="文本框 21"/>
          <p:cNvSpPr txBox="1"/>
          <p:nvPr/>
        </p:nvSpPr>
        <p:spPr>
          <a:xfrm>
            <a:off x="6075304" y="4254665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2,918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2,918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4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4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485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486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487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488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489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490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491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492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493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4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5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6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7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8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9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00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501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2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3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4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5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6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7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08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509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510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2,986,648</a:t>
              </a:r>
              <a:endParaRPr/>
            </a:p>
          </p:txBody>
        </p:sp>
        <p:sp>
          <p:nvSpPr>
            <p:cNvPr id="511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2,990,615</a:t>
              </a:r>
              <a:endParaRPr/>
            </a:p>
          </p:txBody>
        </p:sp>
      </p:grpSp>
      <p:sp>
        <p:nvSpPr>
          <p:cNvPr id="512" name="文本框 125"/>
          <p:cNvSpPr txBox="1"/>
          <p:nvPr/>
        </p:nvSpPr>
        <p:spPr>
          <a:xfrm>
            <a:off x="7190224" y="4403948"/>
            <a:ext cx="630301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513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514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998,025</a:t>
              </a:r>
              <a:endParaRPr/>
            </a:p>
          </p:txBody>
        </p:sp>
        <p:grpSp>
          <p:nvGrpSpPr>
            <p:cNvPr id="515" name="组合 37"/>
            <p:cNvGrpSpPr/>
            <p:nvPr/>
          </p:nvGrpSpPr>
          <p:grpSpPr>
            <a:xfrm>
              <a:off x="487946" y="1333254"/>
              <a:ext cx="1885236" cy="430887"/>
              <a:chOff x="487946" y="1333254"/>
              <a:chExt cx="1885236" cy="430887"/>
            </a:xfrm>
          </p:grpSpPr>
          <p:sp>
            <p:nvSpPr>
              <p:cNvPr id="516" name="文本框 16"/>
              <p:cNvSpPr txBox="1"/>
              <p:nvPr/>
            </p:nvSpPr>
            <p:spPr>
              <a:xfrm>
                <a:off x="784285" y="1333254"/>
                <a:ext cx="158889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Hawkfrost</a:t>
                </a:r>
                <a:endParaRPr/>
              </a:p>
            </p:txBody>
          </p:sp>
          <p:sp>
            <p:nvSpPr>
              <p:cNvPr id="517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518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519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520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997,182</a:t>
              </a:r>
              <a:endParaRPr/>
            </a:p>
          </p:txBody>
        </p:sp>
      </p:grpSp>
      <p:grpSp>
        <p:nvGrpSpPr>
          <p:cNvPr id="521" name="组合 150"/>
          <p:cNvGrpSpPr/>
          <p:nvPr/>
        </p:nvGrpSpPr>
        <p:grpSpPr>
          <a:xfrm>
            <a:off x="497715" y="2336739"/>
            <a:ext cx="11263199" cy="1010989"/>
            <a:chOff x="497715" y="3058040"/>
            <a:chExt cx="11263199" cy="1010989"/>
          </a:xfrm>
        </p:grpSpPr>
        <p:grpSp>
          <p:nvGrpSpPr>
            <p:cNvPr id="522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523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997,290</a:t>
                </a:r>
                <a:endParaRPr/>
              </a:p>
            </p:txBody>
          </p:sp>
          <p:grpSp>
            <p:nvGrpSpPr>
              <p:cNvPr id="524" name="组合 117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525" name="文本框 118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526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527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528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529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530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996,788</a:t>
                </a:r>
                <a:endParaRPr/>
              </a:p>
            </p:txBody>
          </p:sp>
        </p:grpSp>
      </p:grpSp>
      <p:grpSp>
        <p:nvGrpSpPr>
          <p:cNvPr id="531" name="组合 152"/>
          <p:cNvGrpSpPr/>
          <p:nvPr/>
        </p:nvGrpSpPr>
        <p:grpSpPr>
          <a:xfrm>
            <a:off x="487946" y="3320011"/>
            <a:ext cx="11267643" cy="1050400"/>
            <a:chOff x="487946" y="4086751"/>
            <a:chExt cx="11267643" cy="1050400"/>
          </a:xfrm>
        </p:grpSpPr>
        <p:grpSp>
          <p:nvGrpSpPr>
            <p:cNvPr id="532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533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991,333</a:t>
                </a:r>
                <a:endParaRPr/>
              </a:p>
            </p:txBody>
          </p:sp>
          <p:grpSp>
            <p:nvGrpSpPr>
              <p:cNvPr id="534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535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536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537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538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539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540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996,645</a:t>
                </a:r>
                <a:endParaRPr/>
              </a:p>
            </p:txBody>
          </p:sp>
        </p:grpSp>
      </p:grpSp>
      <p:sp>
        <p:nvSpPr>
          <p:cNvPr id="541" name="文本框 176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42" name="文本框 177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43" name="文本框 178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44" name="文本框 17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45" name="文本框 18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46" name="文本框 181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47" name="文本框 182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48" name="文本框 183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49" name="文本框 184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50" name="文本框 185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51" name="文本框 186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52" name="文本框 187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53" name="矩形 171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4" name="矩形 172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5" name="文本框 173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556" name="文本框 174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557" name="矩形 164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8" name="文本框 165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559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09" y="1305906"/>
            <a:ext cx="3318829" cy="921897"/>
          </a:xfrm>
          <a:prstGeom prst="rect">
            <a:avLst/>
          </a:prstGeom>
        </p:spPr>
      </p:pic>
      <p:sp>
        <p:nvSpPr>
          <p:cNvPr id="560" name="文本框 22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61" name="文本框 23"/>
          <p:cNvSpPr txBox="1"/>
          <p:nvPr/>
        </p:nvSpPr>
        <p:spPr>
          <a:xfrm>
            <a:off x="4424807" y="2279698"/>
            <a:ext cx="3326434" cy="141897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ptar124 - OCTAGRAM ~Dai Happyaku Hachijuu Hachi Ji Makai Taisen~ (2026 Remaster) [Challenge]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jh05013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562" name="文本框 29"/>
          <p:cNvSpPr txBox="1"/>
          <p:nvPr/>
        </p:nvSpPr>
        <p:spPr>
          <a:xfrm>
            <a:off x="4424807" y="3719654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2:45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222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5.32</a:t>
            </a:r>
            <a:endParaRPr/>
          </a:p>
        </p:txBody>
      </p:sp>
      <p:sp>
        <p:nvSpPr>
          <p:cNvPr id="563" name="文本框 30"/>
          <p:cNvSpPr txBox="1"/>
          <p:nvPr/>
        </p:nvSpPr>
        <p:spPr>
          <a:xfrm>
            <a:off x="6067329" y="3719654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2,918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2,918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5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6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567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568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569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570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571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572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573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574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575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6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7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8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9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0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1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82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583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4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5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6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7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8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9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90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591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592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2,986,648</a:t>
              </a:r>
              <a:endParaRPr/>
            </a:p>
          </p:txBody>
        </p:sp>
        <p:sp>
          <p:nvSpPr>
            <p:cNvPr id="593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2,990,615</a:t>
              </a:r>
              <a:endParaRPr/>
            </a:p>
          </p:txBody>
        </p:sp>
      </p:grpSp>
      <p:sp>
        <p:nvSpPr>
          <p:cNvPr id="594" name="文本框 125"/>
          <p:cNvSpPr txBox="1"/>
          <p:nvPr/>
        </p:nvSpPr>
        <p:spPr>
          <a:xfrm>
            <a:off x="7190224" y="4403948"/>
            <a:ext cx="630301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595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596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998,025</a:t>
              </a:r>
              <a:endParaRPr/>
            </a:p>
          </p:txBody>
        </p:sp>
        <p:grpSp>
          <p:nvGrpSpPr>
            <p:cNvPr id="597" name="组合 37"/>
            <p:cNvGrpSpPr/>
            <p:nvPr/>
          </p:nvGrpSpPr>
          <p:grpSpPr>
            <a:xfrm>
              <a:off x="487946" y="1333254"/>
              <a:ext cx="1885236" cy="430887"/>
              <a:chOff x="487946" y="1333254"/>
              <a:chExt cx="1885236" cy="430887"/>
            </a:xfrm>
          </p:grpSpPr>
          <p:sp>
            <p:nvSpPr>
              <p:cNvPr id="598" name="文本框 16"/>
              <p:cNvSpPr txBox="1"/>
              <p:nvPr/>
            </p:nvSpPr>
            <p:spPr>
              <a:xfrm>
                <a:off x="784285" y="1333254"/>
                <a:ext cx="158889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Hawkfrost</a:t>
                </a:r>
                <a:endParaRPr/>
              </a:p>
            </p:txBody>
          </p:sp>
          <p:sp>
            <p:nvSpPr>
              <p:cNvPr id="599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600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601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602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997,182</a:t>
              </a:r>
              <a:endParaRPr/>
            </a:p>
          </p:txBody>
        </p:sp>
      </p:grpSp>
      <p:grpSp>
        <p:nvGrpSpPr>
          <p:cNvPr id="603" name="组合 148"/>
          <p:cNvGrpSpPr/>
          <p:nvPr/>
        </p:nvGrpSpPr>
        <p:grpSpPr>
          <a:xfrm>
            <a:off x="419418" y="1757118"/>
            <a:ext cx="11431462" cy="1344422"/>
            <a:chOff x="419418" y="1757118"/>
            <a:chExt cx="11431462" cy="1344422"/>
          </a:xfrm>
        </p:grpSpPr>
        <p:grpSp>
          <p:nvGrpSpPr>
            <p:cNvPr id="604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605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606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2,808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110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  <p:sp>
          <p:nvSpPr>
            <p:cNvPr id="607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99.94%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2,918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8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99.91%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,918</a:t>
              </a:r>
              <a:endParaRPr/>
            </a:p>
          </p:txBody>
        </p:sp>
        <p:grpSp>
          <p:nvGrpSpPr>
            <p:cNvPr id="609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610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611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2761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157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612" name="组合 150"/>
          <p:cNvGrpSpPr/>
          <p:nvPr/>
        </p:nvGrpSpPr>
        <p:grpSpPr>
          <a:xfrm>
            <a:off x="497715" y="3058040"/>
            <a:ext cx="11263199" cy="1010989"/>
            <a:chOff x="497715" y="3058040"/>
            <a:chExt cx="11263199" cy="1010989"/>
          </a:xfrm>
        </p:grpSpPr>
        <p:grpSp>
          <p:nvGrpSpPr>
            <p:cNvPr id="613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614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997,290</a:t>
                </a:r>
                <a:endParaRPr/>
              </a:p>
            </p:txBody>
          </p:sp>
          <p:grpSp>
            <p:nvGrpSpPr>
              <p:cNvPr id="615" name="组合 117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616" name="文本框 118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617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618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619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620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621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996,788</a:t>
                </a:r>
                <a:endParaRPr/>
              </a:p>
            </p:txBody>
          </p:sp>
        </p:grpSp>
      </p:grpSp>
      <p:grpSp>
        <p:nvGrpSpPr>
          <p:cNvPr id="622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623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624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991,333</a:t>
                </a:r>
                <a:endParaRPr/>
              </a:p>
            </p:txBody>
          </p:sp>
          <p:grpSp>
            <p:nvGrpSpPr>
              <p:cNvPr id="625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626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627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628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629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630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631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996,645</a:t>
                </a:r>
                <a:endParaRPr/>
              </a:p>
            </p:txBody>
          </p:sp>
        </p:grpSp>
      </p:grpSp>
      <p:grpSp>
        <p:nvGrpSpPr>
          <p:cNvPr id="632" name="组合 18"/>
          <p:cNvGrpSpPr/>
          <p:nvPr/>
        </p:nvGrpSpPr>
        <p:grpSpPr>
          <a:xfrm>
            <a:off x="371659" y="1304560"/>
            <a:ext cx="11469907" cy="1796980"/>
            <a:chOff x="371659" y="1304560"/>
            <a:chExt cx="11469907" cy="1796980"/>
          </a:xfrm>
        </p:grpSpPr>
        <p:sp>
          <p:nvSpPr>
            <p:cNvPr id="633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4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35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09" y="1305906"/>
            <a:ext cx="3318829" cy="921897"/>
          </a:xfrm>
          <a:prstGeom prst="rect">
            <a:avLst/>
          </a:prstGeom>
        </p:spPr>
      </p:pic>
      <p:sp>
        <p:nvSpPr>
          <p:cNvPr id="636" name="文本框 22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37" name="文本框 23"/>
          <p:cNvSpPr txBox="1"/>
          <p:nvPr/>
        </p:nvSpPr>
        <p:spPr>
          <a:xfrm>
            <a:off x="4424807" y="2279698"/>
            <a:ext cx="3326434" cy="141897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ptar124 - OCTAGRAM ~Dai Happyaku Hachijuu Hachi Ji Makai Taisen~ (2026 Remaster) [Challenge]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jh05013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638" name="文本框 29"/>
          <p:cNvSpPr txBox="1"/>
          <p:nvPr/>
        </p:nvSpPr>
        <p:spPr>
          <a:xfrm>
            <a:off x="4424807" y="3719654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2:45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222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5.32</a:t>
            </a:r>
            <a:endParaRPr/>
          </a:p>
        </p:txBody>
      </p:sp>
      <p:sp>
        <p:nvSpPr>
          <p:cNvPr id="639" name="文本框 30"/>
          <p:cNvSpPr txBox="1"/>
          <p:nvPr/>
        </p:nvSpPr>
        <p:spPr>
          <a:xfrm>
            <a:off x="6067329" y="3719654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2,918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2,918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640" name="文本框 32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41" name="文本框 34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42" name="文本框 35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43" name="文本框 36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44" name="文本框 38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45" name="文本框 39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46" name="文本框 40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47" name="文本框 41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48" name="文本框 42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49" name="文本框 43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50" name="文本框 44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51" name="文本框 45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652" name="矩形 46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3" name="矩形 47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4" name="文本框 48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655" name="文本框 49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656" name="矩形 50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7" name="文本框 51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6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0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661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662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663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664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665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666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667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668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669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0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1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2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3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4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5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6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677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8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9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0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1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2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3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684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685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686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2,986,648</a:t>
              </a:r>
              <a:endParaRPr/>
            </a:p>
          </p:txBody>
        </p:sp>
        <p:sp>
          <p:nvSpPr>
            <p:cNvPr id="687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2,990,615</a:t>
              </a:r>
              <a:endParaRPr/>
            </a:p>
          </p:txBody>
        </p:sp>
      </p:grpSp>
      <p:sp>
        <p:nvSpPr>
          <p:cNvPr id="688" name="文本框 125"/>
          <p:cNvSpPr txBox="1"/>
          <p:nvPr/>
        </p:nvSpPr>
        <p:spPr>
          <a:xfrm>
            <a:off x="7190224" y="4403948"/>
            <a:ext cx="630301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689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690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998,025</a:t>
              </a:r>
              <a:endParaRPr/>
            </a:p>
          </p:txBody>
        </p:sp>
        <p:grpSp>
          <p:nvGrpSpPr>
            <p:cNvPr id="691" name="组合 37"/>
            <p:cNvGrpSpPr/>
            <p:nvPr/>
          </p:nvGrpSpPr>
          <p:grpSpPr>
            <a:xfrm>
              <a:off x="487946" y="1333254"/>
              <a:ext cx="1885236" cy="430887"/>
              <a:chOff x="487946" y="1333254"/>
              <a:chExt cx="1885236" cy="430887"/>
            </a:xfrm>
          </p:grpSpPr>
          <p:sp>
            <p:nvSpPr>
              <p:cNvPr id="692" name="文本框 16"/>
              <p:cNvSpPr txBox="1"/>
              <p:nvPr/>
            </p:nvSpPr>
            <p:spPr>
              <a:xfrm>
                <a:off x="784285" y="1333254"/>
                <a:ext cx="158889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Hawkfrost</a:t>
                </a:r>
                <a:endParaRPr/>
              </a:p>
            </p:txBody>
          </p:sp>
          <p:sp>
            <p:nvSpPr>
              <p:cNvPr id="693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694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695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696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997,182</a:t>
              </a:r>
              <a:endParaRPr/>
            </a:p>
          </p:txBody>
        </p:sp>
      </p:grpSp>
      <p:grpSp>
        <p:nvGrpSpPr>
          <p:cNvPr id="697" name="组合 148"/>
          <p:cNvGrpSpPr/>
          <p:nvPr/>
        </p:nvGrpSpPr>
        <p:grpSpPr>
          <a:xfrm>
            <a:off x="419418" y="2762402"/>
            <a:ext cx="11431462" cy="1492716"/>
            <a:chOff x="419418" y="1757118"/>
            <a:chExt cx="11431462" cy="1492716"/>
          </a:xfrm>
        </p:grpSpPr>
        <p:grpSp>
          <p:nvGrpSpPr>
            <p:cNvPr id="698" name="组合 27"/>
            <p:cNvGrpSpPr/>
            <p:nvPr/>
          </p:nvGrpSpPr>
          <p:grpSpPr>
            <a:xfrm>
              <a:off x="419418" y="1757118"/>
              <a:ext cx="1214318" cy="1492716"/>
              <a:chOff x="463670" y="2498347"/>
              <a:chExt cx="1214318" cy="1492716"/>
            </a:xfrm>
          </p:grpSpPr>
          <p:sp>
            <p:nvSpPr>
              <p:cNvPr id="699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700" name="文本框 25"/>
              <p:cNvSpPr txBox="1"/>
              <p:nvPr/>
            </p:nvSpPr>
            <p:spPr>
              <a:xfrm>
                <a:off x="1008183" y="2498347"/>
                <a:ext cx="669805" cy="1492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2,767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151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endParaRPr lang="en-US" altLang="zh-CN" sz="1300" dirty="0">
                  <a:solidFill>
                    <a:schemeClr val="bg1"/>
                  </a:solidFill>
                  <a:latin typeface="Torus Bold" panose="00000800000000000000" pitchFamily="50" charset="0"/>
                </a:endParaRPr>
              </a:p>
            </p:txBody>
          </p:sp>
        </p:grpSp>
        <p:sp>
          <p:nvSpPr>
            <p:cNvPr id="701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99.92%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2,918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2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99.90%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,918</a:t>
              </a:r>
              <a:endParaRPr/>
            </a:p>
          </p:txBody>
        </p:sp>
        <p:grpSp>
          <p:nvGrpSpPr>
            <p:cNvPr id="703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704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705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2,739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179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706" name="组合 150"/>
          <p:cNvGrpSpPr/>
          <p:nvPr/>
        </p:nvGrpSpPr>
        <p:grpSpPr>
          <a:xfrm>
            <a:off x="497715" y="2336739"/>
            <a:ext cx="11263199" cy="1010989"/>
            <a:chOff x="497715" y="3058040"/>
            <a:chExt cx="11263199" cy="1010989"/>
          </a:xfrm>
        </p:grpSpPr>
        <p:grpSp>
          <p:nvGrpSpPr>
            <p:cNvPr id="707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708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997,290</a:t>
                </a:r>
                <a:endParaRPr/>
              </a:p>
            </p:txBody>
          </p:sp>
          <p:grpSp>
            <p:nvGrpSpPr>
              <p:cNvPr id="709" name="组合 117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710" name="文本框 118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711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712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713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714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715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996,788</a:t>
                </a:r>
                <a:endParaRPr/>
              </a:p>
            </p:txBody>
          </p:sp>
        </p:grpSp>
      </p:grpSp>
      <p:grpSp>
        <p:nvGrpSpPr>
          <p:cNvPr id="716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717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718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991,333</a:t>
                </a:r>
                <a:endParaRPr/>
              </a:p>
            </p:txBody>
          </p:sp>
          <p:grpSp>
            <p:nvGrpSpPr>
              <p:cNvPr id="719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720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721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722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723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724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725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996,645</a:t>
                </a:r>
                <a:endParaRPr/>
              </a:p>
            </p:txBody>
          </p:sp>
        </p:grpSp>
      </p:grpSp>
      <p:grpSp>
        <p:nvGrpSpPr>
          <p:cNvPr id="726" name="组合 18"/>
          <p:cNvGrpSpPr/>
          <p:nvPr/>
        </p:nvGrpSpPr>
        <p:grpSpPr>
          <a:xfrm>
            <a:off x="371659" y="2326878"/>
            <a:ext cx="11469907" cy="1796980"/>
            <a:chOff x="371659" y="1304560"/>
            <a:chExt cx="11469907" cy="1796980"/>
          </a:xfrm>
        </p:grpSpPr>
        <p:sp>
          <p:nvSpPr>
            <p:cNvPr id="727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8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29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09" y="1305906"/>
            <a:ext cx="3318829" cy="921897"/>
          </a:xfrm>
          <a:prstGeom prst="rect">
            <a:avLst/>
          </a:prstGeom>
        </p:spPr>
      </p:pic>
      <p:sp>
        <p:nvSpPr>
          <p:cNvPr id="730" name="文本框 22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31" name="文本框 23"/>
          <p:cNvSpPr txBox="1"/>
          <p:nvPr/>
        </p:nvSpPr>
        <p:spPr>
          <a:xfrm>
            <a:off x="4424807" y="2279698"/>
            <a:ext cx="3326434" cy="141897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ptar124 - OCTAGRAM ~Dai Happyaku Hachijuu Hachi Ji Makai Taisen~ (2026 Remaster) [Challenge]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jh05013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732" name="文本框 29"/>
          <p:cNvSpPr txBox="1"/>
          <p:nvPr/>
        </p:nvSpPr>
        <p:spPr>
          <a:xfrm>
            <a:off x="4424807" y="3719654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2:45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222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5.32</a:t>
            </a:r>
            <a:endParaRPr/>
          </a:p>
        </p:txBody>
      </p:sp>
      <p:sp>
        <p:nvSpPr>
          <p:cNvPr id="733" name="文本框 30"/>
          <p:cNvSpPr txBox="1"/>
          <p:nvPr/>
        </p:nvSpPr>
        <p:spPr>
          <a:xfrm>
            <a:off x="6067329" y="3719654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2,918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2,918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734" name="文本框 2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35" name="文本框 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36" name="文本框 6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37" name="文本框 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38" name="文本框 17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39" name="文本框 32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40" name="文本框 34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41" name="文本框 35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42" name="文本框 36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43" name="文本框 38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44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45" name="文本框 40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746" name="矩形 41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7" name="矩形 42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48" name="文本框 43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749" name="文本框 44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750" name="矩形 45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1" name="文本框 46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7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4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755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756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757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758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759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760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761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762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763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4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5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6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7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8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9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770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771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2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3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4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5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6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7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78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779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780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2,986,648</a:t>
              </a:r>
              <a:endParaRPr/>
            </a:p>
          </p:txBody>
        </p:sp>
        <p:sp>
          <p:nvSpPr>
            <p:cNvPr id="781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2,990,615</a:t>
              </a:r>
              <a:endParaRPr/>
            </a:p>
          </p:txBody>
        </p:sp>
      </p:grpSp>
      <p:sp>
        <p:nvSpPr>
          <p:cNvPr id="782" name="文本框 125"/>
          <p:cNvSpPr txBox="1"/>
          <p:nvPr/>
        </p:nvSpPr>
        <p:spPr>
          <a:xfrm>
            <a:off x="7190224" y="4403948"/>
            <a:ext cx="630301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783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784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998,025</a:t>
              </a:r>
              <a:endParaRPr/>
            </a:p>
          </p:txBody>
        </p:sp>
        <p:grpSp>
          <p:nvGrpSpPr>
            <p:cNvPr id="785" name="组合 37"/>
            <p:cNvGrpSpPr/>
            <p:nvPr/>
          </p:nvGrpSpPr>
          <p:grpSpPr>
            <a:xfrm>
              <a:off x="487946" y="1333254"/>
              <a:ext cx="1885236" cy="430887"/>
              <a:chOff x="487946" y="1333254"/>
              <a:chExt cx="1885236" cy="430887"/>
            </a:xfrm>
          </p:grpSpPr>
          <p:sp>
            <p:nvSpPr>
              <p:cNvPr id="786" name="文本框 16"/>
              <p:cNvSpPr txBox="1"/>
              <p:nvPr/>
            </p:nvSpPr>
            <p:spPr>
              <a:xfrm>
                <a:off x="784285" y="1333254"/>
                <a:ext cx="158889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Hawkfrost</a:t>
                </a:r>
                <a:endParaRPr/>
              </a:p>
            </p:txBody>
          </p:sp>
          <p:sp>
            <p:nvSpPr>
              <p:cNvPr id="787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788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789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790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997,182</a:t>
              </a:r>
              <a:endParaRPr/>
            </a:p>
          </p:txBody>
        </p:sp>
      </p:grpSp>
      <p:grpSp>
        <p:nvGrpSpPr>
          <p:cNvPr id="791" name="组合 148"/>
          <p:cNvGrpSpPr/>
          <p:nvPr/>
        </p:nvGrpSpPr>
        <p:grpSpPr>
          <a:xfrm>
            <a:off x="419418" y="3750645"/>
            <a:ext cx="11431462" cy="1344422"/>
            <a:chOff x="419418" y="1757118"/>
            <a:chExt cx="11431462" cy="1344422"/>
          </a:xfrm>
        </p:grpSpPr>
        <p:grpSp>
          <p:nvGrpSpPr>
            <p:cNvPr id="792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793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794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2,778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138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</p:txBody>
          </p:sp>
        </p:grpSp>
        <p:sp>
          <p:nvSpPr>
            <p:cNvPr id="795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99.88%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chemeClr val="bg1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1,613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6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99.89%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,918</a:t>
              </a:r>
              <a:endParaRPr/>
            </a:p>
          </p:txBody>
        </p:sp>
        <p:grpSp>
          <p:nvGrpSpPr>
            <p:cNvPr id="797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798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799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2,731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187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800" name="组合 150"/>
          <p:cNvGrpSpPr/>
          <p:nvPr/>
        </p:nvGrpSpPr>
        <p:grpSpPr>
          <a:xfrm>
            <a:off x="497715" y="2336739"/>
            <a:ext cx="11263199" cy="1010989"/>
            <a:chOff x="497715" y="3058040"/>
            <a:chExt cx="11263199" cy="1010989"/>
          </a:xfrm>
        </p:grpSpPr>
        <p:grpSp>
          <p:nvGrpSpPr>
            <p:cNvPr id="801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802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997,290</a:t>
                </a:r>
                <a:endParaRPr/>
              </a:p>
            </p:txBody>
          </p:sp>
          <p:grpSp>
            <p:nvGrpSpPr>
              <p:cNvPr id="803" name="组合 117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804" name="文本框 118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805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806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807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808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809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996,788</a:t>
                </a:r>
                <a:endParaRPr/>
              </a:p>
            </p:txBody>
          </p:sp>
        </p:grpSp>
      </p:grpSp>
      <p:grpSp>
        <p:nvGrpSpPr>
          <p:cNvPr id="810" name="组合 152"/>
          <p:cNvGrpSpPr/>
          <p:nvPr/>
        </p:nvGrpSpPr>
        <p:grpSpPr>
          <a:xfrm>
            <a:off x="487946" y="3320011"/>
            <a:ext cx="11267643" cy="1050400"/>
            <a:chOff x="487946" y="4086751"/>
            <a:chExt cx="11267643" cy="1050400"/>
          </a:xfrm>
        </p:grpSpPr>
        <p:grpSp>
          <p:nvGrpSpPr>
            <p:cNvPr id="811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812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991,333</a:t>
                </a:r>
                <a:endParaRPr/>
              </a:p>
            </p:txBody>
          </p:sp>
          <p:grpSp>
            <p:nvGrpSpPr>
              <p:cNvPr id="813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814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815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816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817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818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819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996,645</a:t>
                </a:r>
                <a:endParaRPr/>
              </a:p>
            </p:txBody>
          </p:sp>
        </p:grpSp>
      </p:grpSp>
      <p:grpSp>
        <p:nvGrpSpPr>
          <p:cNvPr id="820" name="组合 18"/>
          <p:cNvGrpSpPr/>
          <p:nvPr/>
        </p:nvGrpSpPr>
        <p:grpSpPr>
          <a:xfrm>
            <a:off x="371659" y="3309435"/>
            <a:ext cx="11469907" cy="1796980"/>
            <a:chOff x="371659" y="1304560"/>
            <a:chExt cx="11469907" cy="1796980"/>
          </a:xfrm>
        </p:grpSpPr>
        <p:sp>
          <p:nvSpPr>
            <p:cNvPr id="821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2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23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09" y="1305906"/>
            <a:ext cx="3318829" cy="921897"/>
          </a:xfrm>
          <a:prstGeom prst="rect">
            <a:avLst/>
          </a:prstGeom>
        </p:spPr>
      </p:pic>
      <p:sp>
        <p:nvSpPr>
          <p:cNvPr id="824" name="文本框 22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825" name="文本框 23"/>
          <p:cNvSpPr txBox="1"/>
          <p:nvPr/>
        </p:nvSpPr>
        <p:spPr>
          <a:xfrm>
            <a:off x="4424807" y="2279698"/>
            <a:ext cx="3326434" cy="141897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ptar124 - OCTAGRAM ~Dai Happyaku Hachijuu Hachi Ji Makai Taisen~ (2026 Remaster) [Challenge]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jh05013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826" name="文本框 29"/>
          <p:cNvSpPr txBox="1"/>
          <p:nvPr/>
        </p:nvSpPr>
        <p:spPr>
          <a:xfrm>
            <a:off x="4424807" y="3719654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2:45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222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5.32</a:t>
            </a:r>
            <a:endParaRPr/>
          </a:p>
        </p:txBody>
      </p:sp>
      <p:sp>
        <p:nvSpPr>
          <p:cNvPr id="827" name="文本框 30"/>
          <p:cNvSpPr txBox="1"/>
          <p:nvPr/>
        </p:nvSpPr>
        <p:spPr>
          <a:xfrm>
            <a:off x="6067329" y="3719654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2,918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2,918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828" name="文本框 2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829" name="文本框 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830" name="文本框 6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831" name="文本框 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832" name="文本框 17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833" name="文本框 32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834" name="文本框 34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835" name="文本框 35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836" name="文本框 36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837" name="文本框 38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838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839" name="文本框 40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840" name="矩形 41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1" name="矩形 42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2" name="文本框 43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843" name="文本框 44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844" name="矩形 45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45" name="文本框 46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8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0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861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862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863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864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865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866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867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868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869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0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1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2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3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4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5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6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877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8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9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0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1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2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3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84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885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886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2,986,648</a:t>
              </a:r>
              <a:endParaRPr/>
            </a:p>
          </p:txBody>
        </p:sp>
        <p:sp>
          <p:nvSpPr>
            <p:cNvPr id="887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2,990,615</a:t>
              </a:r>
              <a:endParaRPr/>
            </a:p>
          </p:txBody>
        </p:sp>
      </p:grpSp>
      <p:sp>
        <p:nvSpPr>
          <p:cNvPr id="888" name="文本框 125"/>
          <p:cNvSpPr txBox="1"/>
          <p:nvPr/>
        </p:nvSpPr>
        <p:spPr>
          <a:xfrm>
            <a:off x="7190224" y="4403948"/>
            <a:ext cx="630301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889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890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998,025</a:t>
              </a:r>
              <a:endParaRPr/>
            </a:p>
          </p:txBody>
        </p:sp>
        <p:grpSp>
          <p:nvGrpSpPr>
            <p:cNvPr id="891" name="组合 37"/>
            <p:cNvGrpSpPr/>
            <p:nvPr/>
          </p:nvGrpSpPr>
          <p:grpSpPr>
            <a:xfrm>
              <a:off x="487946" y="1333254"/>
              <a:ext cx="1885236" cy="430887"/>
              <a:chOff x="487946" y="1333254"/>
              <a:chExt cx="1885236" cy="430887"/>
            </a:xfrm>
          </p:grpSpPr>
          <p:sp>
            <p:nvSpPr>
              <p:cNvPr id="892" name="文本框 16"/>
              <p:cNvSpPr txBox="1"/>
              <p:nvPr/>
            </p:nvSpPr>
            <p:spPr>
              <a:xfrm>
                <a:off x="784285" y="1333254"/>
                <a:ext cx="158889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Hawkfrost</a:t>
                </a:r>
                <a:endParaRPr/>
              </a:p>
            </p:txBody>
          </p:sp>
          <p:sp>
            <p:nvSpPr>
              <p:cNvPr id="893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894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895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896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997,182</a:t>
              </a:r>
              <a:endParaRPr/>
            </a:p>
          </p:txBody>
        </p:sp>
      </p:grpSp>
      <p:grpSp>
        <p:nvGrpSpPr>
          <p:cNvPr id="897" name="组合 150"/>
          <p:cNvGrpSpPr/>
          <p:nvPr/>
        </p:nvGrpSpPr>
        <p:grpSpPr>
          <a:xfrm>
            <a:off x="497715" y="2336739"/>
            <a:ext cx="11263199" cy="1010989"/>
            <a:chOff x="497715" y="3058040"/>
            <a:chExt cx="11263199" cy="1010989"/>
          </a:xfrm>
        </p:grpSpPr>
        <p:grpSp>
          <p:nvGrpSpPr>
            <p:cNvPr id="898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899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997,290</a:t>
                </a:r>
                <a:endParaRPr/>
              </a:p>
            </p:txBody>
          </p:sp>
          <p:grpSp>
            <p:nvGrpSpPr>
              <p:cNvPr id="900" name="组合 117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901" name="文本框 118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902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903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904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905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906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996,788</a:t>
                </a:r>
                <a:endParaRPr/>
              </a:p>
            </p:txBody>
          </p:sp>
        </p:grpSp>
      </p:grpSp>
      <p:grpSp>
        <p:nvGrpSpPr>
          <p:cNvPr id="907" name="组合 152"/>
          <p:cNvGrpSpPr/>
          <p:nvPr/>
        </p:nvGrpSpPr>
        <p:grpSpPr>
          <a:xfrm>
            <a:off x="487946" y="3320011"/>
            <a:ext cx="11267643" cy="1050400"/>
            <a:chOff x="487946" y="4086751"/>
            <a:chExt cx="11267643" cy="1050400"/>
          </a:xfrm>
        </p:grpSpPr>
        <p:grpSp>
          <p:nvGrpSpPr>
            <p:cNvPr id="908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909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991,333</a:t>
                </a:r>
                <a:endParaRPr/>
              </a:p>
            </p:txBody>
          </p:sp>
          <p:grpSp>
            <p:nvGrpSpPr>
              <p:cNvPr id="910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911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912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913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914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915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916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996,645</a:t>
                </a:r>
                <a:endParaRPr/>
              </a:p>
            </p:txBody>
          </p:sp>
        </p:grpSp>
      </p:grpSp>
      <p:pic>
        <p:nvPicPr>
          <p:cNvPr id="917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09" y="1305906"/>
            <a:ext cx="3318829" cy="921897"/>
          </a:xfrm>
          <a:prstGeom prst="rect">
            <a:avLst/>
          </a:prstGeom>
        </p:spPr>
      </p:pic>
      <p:sp>
        <p:nvSpPr>
          <p:cNvPr id="918" name="文本框 22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19" name="文本框 23"/>
          <p:cNvSpPr txBox="1"/>
          <p:nvPr/>
        </p:nvSpPr>
        <p:spPr>
          <a:xfrm>
            <a:off x="4424807" y="2279698"/>
            <a:ext cx="3326434" cy="141897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ptar124 - OCTAGRAM ~Dai Happyaku Hachijuu Hachi Ji Makai Taisen~ (2026 Remaster) [Challenge]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jh05013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920" name="文本框 29"/>
          <p:cNvSpPr txBox="1"/>
          <p:nvPr/>
        </p:nvSpPr>
        <p:spPr>
          <a:xfrm>
            <a:off x="4424807" y="3719654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2:45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222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5.32</a:t>
            </a:r>
            <a:endParaRPr/>
          </a:p>
        </p:txBody>
      </p:sp>
      <p:sp>
        <p:nvSpPr>
          <p:cNvPr id="921" name="文本框 30"/>
          <p:cNvSpPr txBox="1"/>
          <p:nvPr/>
        </p:nvSpPr>
        <p:spPr>
          <a:xfrm>
            <a:off x="6067329" y="3719654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2,918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2,918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922" name="文本框 2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23" name="文本框 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24" name="文本框 6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25" name="文本框 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26" name="文本框 17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27" name="文本框 32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28" name="文本框 34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29" name="文本框 35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30" name="文本框 36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31" name="文本框 38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32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33" name="文本框 40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34" name="矩形 41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35" name="矩形 42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36" name="文本框 43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937" name="文本框 44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938" name="矩形 45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39" name="文本框 46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9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2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943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944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945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946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947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948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949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950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951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2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3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4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5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6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7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58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959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0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1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2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3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4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5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66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967" name="文本框 176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68" name="文本框 177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69" name="文本框 178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70" name="文本框 17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71" name="文本框 18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72" name="文本框 181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73" name="文本框 182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74" name="文本框 183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75" name="文本框 184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76" name="文本框 185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77" name="文本框 186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78" name="文本框 187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79" name="文本框 188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80" name="矩形 171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1" name="矩形 172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2" name="文本框 173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983" name="文本框 174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984" name="矩形 164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5" name="文本框 165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986" name="文本框 19"/>
          <p:cNvSpPr txBox="1"/>
          <p:nvPr/>
        </p:nvSpPr>
        <p:spPr>
          <a:xfrm>
            <a:off x="8507115" y="2717189"/>
            <a:ext cx="2647463" cy="1423622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  <a:p>
            <a:pPr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Pick</a:t>
            </a:r>
            <a:endParaRPr/>
          </a:p>
        </p:txBody>
      </p:sp>
      <p:pic>
        <p:nvPicPr>
          <p:cNvPr id="987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2061286"/>
            <a:ext cx="3318825" cy="921895"/>
          </a:xfrm>
          <a:prstGeom prst="rect">
            <a:avLst/>
          </a:prstGeom>
        </p:spPr>
      </p:pic>
      <p:sp>
        <p:nvSpPr>
          <p:cNvPr id="988" name="文本框 15"/>
          <p:cNvSpPr txBox="1"/>
          <p:nvPr/>
        </p:nvSpPr>
        <p:spPr>
          <a:xfrm>
            <a:off x="7126421" y="205994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989" name="文本框 16"/>
          <p:cNvSpPr txBox="1"/>
          <p:nvPr/>
        </p:nvSpPr>
        <p:spPr>
          <a:xfrm>
            <a:off x="4424807" y="303507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LeaF - Kyouki Ranbu [Euphoria]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Hytex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990" name="文本框 18"/>
          <p:cNvSpPr txBox="1"/>
          <p:nvPr/>
        </p:nvSpPr>
        <p:spPr>
          <a:xfrm>
            <a:off x="4424807" y="3945598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2:25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230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4.76</a:t>
            </a:r>
            <a:endParaRPr/>
          </a:p>
        </p:txBody>
      </p:sp>
      <p:sp>
        <p:nvSpPr>
          <p:cNvPr id="991" name="文本框 20"/>
          <p:cNvSpPr txBox="1"/>
          <p:nvPr/>
        </p:nvSpPr>
        <p:spPr>
          <a:xfrm>
            <a:off x="6067329" y="3945598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1,245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852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2,949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9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4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995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996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997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998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999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000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001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002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003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4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5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6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7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8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9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10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011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2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3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4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5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6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7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18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019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020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2,981,388</a:t>
              </a:r>
              <a:endParaRPr/>
            </a:p>
          </p:txBody>
        </p:sp>
        <p:sp>
          <p:nvSpPr>
            <p:cNvPr id="1021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2,978,730</a:t>
              </a:r>
              <a:endParaRPr/>
            </a:p>
          </p:txBody>
        </p:sp>
      </p:grpSp>
      <p:sp>
        <p:nvSpPr>
          <p:cNvPr id="1022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023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1024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994,888</a:t>
              </a:r>
              <a:endParaRPr/>
            </a:p>
          </p:txBody>
        </p:sp>
        <p:grpSp>
          <p:nvGrpSpPr>
            <p:cNvPr id="1025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1026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/>
              </a:p>
            </p:txBody>
          </p:sp>
          <p:sp>
            <p:nvSpPr>
              <p:cNvPr id="1027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1028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1029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1030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996,255</a:t>
              </a:r>
              <a:endParaRPr/>
            </a:p>
          </p:txBody>
        </p:sp>
      </p:grpSp>
      <p:grpSp>
        <p:nvGrpSpPr>
          <p:cNvPr id="1031" name="组合 150"/>
          <p:cNvGrpSpPr/>
          <p:nvPr/>
        </p:nvGrpSpPr>
        <p:grpSpPr>
          <a:xfrm>
            <a:off x="497715" y="2365140"/>
            <a:ext cx="11263199" cy="1010989"/>
            <a:chOff x="497715" y="3058040"/>
            <a:chExt cx="11263199" cy="1010989"/>
          </a:xfrm>
        </p:grpSpPr>
        <p:grpSp>
          <p:nvGrpSpPr>
            <p:cNvPr id="1032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1033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994,234</a:t>
                </a:r>
                <a:endParaRPr/>
              </a:p>
            </p:txBody>
          </p:sp>
          <p:grpSp>
            <p:nvGrpSpPr>
              <p:cNvPr id="1034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1035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/>
                </a:p>
              </p:txBody>
            </p:sp>
            <p:sp>
              <p:nvSpPr>
                <p:cNvPr id="1036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037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1038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1039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1040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993,753</a:t>
                </a:r>
                <a:endParaRPr/>
              </a:p>
            </p:txBody>
          </p:sp>
        </p:grpSp>
      </p:grpSp>
      <p:grpSp>
        <p:nvGrpSpPr>
          <p:cNvPr id="1041" name="组合 152"/>
          <p:cNvGrpSpPr/>
          <p:nvPr/>
        </p:nvGrpSpPr>
        <p:grpSpPr>
          <a:xfrm>
            <a:off x="487946" y="3348399"/>
            <a:ext cx="11267643" cy="1050400"/>
            <a:chOff x="487946" y="4086751"/>
            <a:chExt cx="11267643" cy="1050400"/>
          </a:xfrm>
        </p:grpSpPr>
        <p:grpSp>
          <p:nvGrpSpPr>
            <p:cNvPr id="1042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1043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992,266</a:t>
                </a:r>
                <a:endParaRPr/>
              </a:p>
            </p:txBody>
          </p:sp>
          <p:grpSp>
            <p:nvGrpSpPr>
              <p:cNvPr id="1044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1045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1046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1047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1048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1049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1050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988,722</a:t>
                </a:r>
                <a:endParaRPr/>
              </a:p>
            </p:txBody>
          </p:sp>
        </p:grpSp>
      </p:grpSp>
      <p:sp>
        <p:nvSpPr>
          <p:cNvPr id="1051" name="文本框 176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52" name="文本框 177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53" name="文本框 178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54" name="文本框 17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55" name="文本框 18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56" name="文本框 181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57" name="文本框 182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58" name="文本框 183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59" name="文本框 184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60" name="文本框 185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61" name="文本框 186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62" name="文本框 187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63" name="文本框 188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64" name="矩形 171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5" name="矩形 172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6" name="文本框 173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067" name="文本框 174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068" name="矩形 162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9" name="文本框 163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070" name="矩形 164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1" name="文本框 165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1072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5"/>
          </a:xfrm>
          <a:prstGeom prst="rect">
            <a:avLst/>
          </a:prstGeom>
        </p:spPr>
      </p:pic>
      <p:sp>
        <p:nvSpPr>
          <p:cNvPr id="1073" name="文本框 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074" name="文本框 6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LeaF - Kyouki Ranbu [Euphoria]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Hytex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075" name="文本框 9"/>
          <p:cNvSpPr txBox="1"/>
          <p:nvPr/>
        </p:nvSpPr>
        <p:spPr>
          <a:xfrm>
            <a:off x="4424807" y="3190218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2:25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230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4.76</a:t>
            </a:r>
            <a:endParaRPr/>
          </a:p>
        </p:txBody>
      </p:sp>
      <p:sp>
        <p:nvSpPr>
          <p:cNvPr id="1076" name="文本框 17"/>
          <p:cNvSpPr txBox="1"/>
          <p:nvPr/>
        </p:nvSpPr>
        <p:spPr>
          <a:xfrm>
            <a:off x="6067329" y="3190218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1,245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852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2,949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10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9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1080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1081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1082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1083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1084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085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086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087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088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89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0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1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2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3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94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95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096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7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8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9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0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1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2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103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104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105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2,981,388</a:t>
              </a:r>
              <a:endParaRPr/>
            </a:p>
          </p:txBody>
        </p:sp>
        <p:sp>
          <p:nvSpPr>
            <p:cNvPr id="1106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2,978,730</a:t>
              </a:r>
              <a:endParaRPr/>
            </a:p>
          </p:txBody>
        </p:sp>
      </p:grpSp>
      <p:sp>
        <p:nvSpPr>
          <p:cNvPr id="1107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108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1109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994,888</a:t>
              </a:r>
              <a:endParaRPr/>
            </a:p>
          </p:txBody>
        </p:sp>
        <p:grpSp>
          <p:nvGrpSpPr>
            <p:cNvPr id="1110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1111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/>
              </a:p>
            </p:txBody>
          </p:sp>
          <p:sp>
            <p:nvSpPr>
              <p:cNvPr id="1112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1113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1114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1115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996,255</a:t>
              </a:r>
              <a:endParaRPr/>
            </a:p>
          </p:txBody>
        </p:sp>
      </p:grpSp>
      <p:grpSp>
        <p:nvGrpSpPr>
          <p:cNvPr id="1116" name="组合 148"/>
          <p:cNvGrpSpPr/>
          <p:nvPr/>
        </p:nvGrpSpPr>
        <p:grpSpPr>
          <a:xfrm>
            <a:off x="419418" y="1757118"/>
            <a:ext cx="11431462" cy="1344422"/>
            <a:chOff x="419418" y="1757118"/>
            <a:chExt cx="11431462" cy="1344422"/>
          </a:xfrm>
        </p:grpSpPr>
        <p:grpSp>
          <p:nvGrpSpPr>
            <p:cNvPr id="1117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1118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119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2,682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266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  <p:sp>
          <p:nvSpPr>
            <p:cNvPr id="1120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99.84%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2,949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21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99.88%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,949</a:t>
              </a:r>
              <a:endParaRPr/>
            </a:p>
          </p:txBody>
        </p:sp>
        <p:grpSp>
          <p:nvGrpSpPr>
            <p:cNvPr id="1122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1123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124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2,738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211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1125" name="组合 150"/>
          <p:cNvGrpSpPr/>
          <p:nvPr/>
        </p:nvGrpSpPr>
        <p:grpSpPr>
          <a:xfrm>
            <a:off x="497715" y="3058040"/>
            <a:ext cx="11263199" cy="1010989"/>
            <a:chOff x="497715" y="3058040"/>
            <a:chExt cx="11263199" cy="1010989"/>
          </a:xfrm>
        </p:grpSpPr>
        <p:grpSp>
          <p:nvGrpSpPr>
            <p:cNvPr id="1126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1127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994,234</a:t>
                </a:r>
                <a:endParaRPr/>
              </a:p>
            </p:txBody>
          </p:sp>
          <p:grpSp>
            <p:nvGrpSpPr>
              <p:cNvPr id="1128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1129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/>
                </a:p>
              </p:txBody>
            </p:sp>
            <p:sp>
              <p:nvSpPr>
                <p:cNvPr id="1130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131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1132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1133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1134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993,753</a:t>
                </a:r>
                <a:endParaRPr/>
              </a:p>
            </p:txBody>
          </p:sp>
        </p:grpSp>
      </p:grpSp>
      <p:grpSp>
        <p:nvGrpSpPr>
          <p:cNvPr id="1135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1136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1137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992,266</a:t>
                </a:r>
                <a:endParaRPr/>
              </a:p>
            </p:txBody>
          </p:sp>
          <p:grpSp>
            <p:nvGrpSpPr>
              <p:cNvPr id="1138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1139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1140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1141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1142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1143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1144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988,722</a:t>
                </a:r>
                <a:endParaRPr/>
              </a:p>
            </p:txBody>
          </p:sp>
        </p:grpSp>
      </p:grpSp>
      <p:grpSp>
        <p:nvGrpSpPr>
          <p:cNvPr id="1145" name="组合 18"/>
          <p:cNvGrpSpPr/>
          <p:nvPr/>
        </p:nvGrpSpPr>
        <p:grpSpPr>
          <a:xfrm>
            <a:off x="371659" y="1304560"/>
            <a:ext cx="11469907" cy="1796980"/>
            <a:chOff x="371659" y="1304560"/>
            <a:chExt cx="11469907" cy="1796980"/>
          </a:xfrm>
        </p:grpSpPr>
        <p:sp>
          <p:nvSpPr>
            <p:cNvPr id="1146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7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48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5"/>
          </a:xfrm>
          <a:prstGeom prst="rect">
            <a:avLst/>
          </a:prstGeom>
        </p:spPr>
      </p:pic>
      <p:sp>
        <p:nvSpPr>
          <p:cNvPr id="1149" name="文本框 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50" name="文本框 6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LeaF - Kyouki Ranbu [Euphoria]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Hytex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151" name="文本框 9"/>
          <p:cNvSpPr txBox="1"/>
          <p:nvPr/>
        </p:nvSpPr>
        <p:spPr>
          <a:xfrm>
            <a:off x="4424807" y="3190218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2:25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230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4.76</a:t>
            </a:r>
            <a:endParaRPr/>
          </a:p>
        </p:txBody>
      </p:sp>
      <p:sp>
        <p:nvSpPr>
          <p:cNvPr id="1152" name="文本框 17"/>
          <p:cNvSpPr txBox="1"/>
          <p:nvPr/>
        </p:nvSpPr>
        <p:spPr>
          <a:xfrm>
            <a:off x="6067329" y="3190218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1,245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852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2,949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1153" name="文本框 32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54" name="文本框 34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55" name="文本框 35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56" name="文本框 36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57" name="文本框 38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58" name="文本框 39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59" name="文本框 40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60" name="文本框 41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61" name="文本框 42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62" name="文本框 43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63" name="文本框 44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64" name="文本框 45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65" name="文本框 46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166" name="矩形 47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7" name="矩形 48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8" name="文本框 49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169" name="文本框 50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170" name="矩形 51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1" name="文本框 52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172" name="矩形 53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3" name="文本框 54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1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6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1177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1178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1179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1180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1181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182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183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184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185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86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7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8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9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0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91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92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193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4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5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6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7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8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9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00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201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202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2,981,388</a:t>
              </a:r>
              <a:endParaRPr/>
            </a:p>
          </p:txBody>
        </p:sp>
        <p:sp>
          <p:nvSpPr>
            <p:cNvPr id="1203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2,978,730</a:t>
              </a:r>
              <a:endParaRPr/>
            </a:p>
          </p:txBody>
        </p:sp>
      </p:grpSp>
      <p:sp>
        <p:nvSpPr>
          <p:cNvPr id="1204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205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1206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994,888</a:t>
              </a:r>
              <a:endParaRPr/>
            </a:p>
          </p:txBody>
        </p:sp>
        <p:grpSp>
          <p:nvGrpSpPr>
            <p:cNvPr id="1207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1208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/>
              </a:p>
            </p:txBody>
          </p:sp>
          <p:sp>
            <p:nvSpPr>
              <p:cNvPr id="1209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1210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1211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1212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996,255</a:t>
              </a:r>
              <a:endParaRPr/>
            </a:p>
          </p:txBody>
        </p:sp>
      </p:grpSp>
      <p:grpSp>
        <p:nvGrpSpPr>
          <p:cNvPr id="1213" name="组合 148"/>
          <p:cNvGrpSpPr/>
          <p:nvPr/>
        </p:nvGrpSpPr>
        <p:grpSpPr>
          <a:xfrm>
            <a:off x="419418" y="2745358"/>
            <a:ext cx="11431462" cy="1321702"/>
            <a:chOff x="419418" y="1757118"/>
            <a:chExt cx="11431462" cy="1321702"/>
          </a:xfrm>
        </p:grpSpPr>
        <p:grpSp>
          <p:nvGrpSpPr>
            <p:cNvPr id="1214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1215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216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2,729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215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5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  <p:sp>
          <p:nvSpPr>
            <p:cNvPr id="1217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99.82%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2,949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18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99.81%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,949</a:t>
              </a:r>
              <a:endParaRPr/>
            </a:p>
          </p:txBody>
        </p:sp>
        <p:grpSp>
          <p:nvGrpSpPr>
            <p:cNvPr id="1219" name="组合 131"/>
            <p:cNvGrpSpPr/>
            <p:nvPr/>
          </p:nvGrpSpPr>
          <p:grpSpPr>
            <a:xfrm>
              <a:off x="10636562" y="1786158"/>
              <a:ext cx="1214318" cy="1292662"/>
              <a:chOff x="463670" y="2475627"/>
              <a:chExt cx="1214318" cy="1292662"/>
            </a:xfrm>
          </p:grpSpPr>
          <p:sp>
            <p:nvSpPr>
              <p:cNvPr id="1220" name="文本框 132"/>
              <p:cNvSpPr txBox="1"/>
              <p:nvPr/>
            </p:nvSpPr>
            <p:spPr>
              <a:xfrm>
                <a:off x="463670" y="247562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221" name="文本框 133"/>
              <p:cNvSpPr txBox="1"/>
              <p:nvPr/>
            </p:nvSpPr>
            <p:spPr>
              <a:xfrm>
                <a:off x="1008183" y="247562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2,639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308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1222" name="组合 150"/>
          <p:cNvGrpSpPr/>
          <p:nvPr/>
        </p:nvGrpSpPr>
        <p:grpSpPr>
          <a:xfrm>
            <a:off x="497715" y="2353780"/>
            <a:ext cx="11263199" cy="1010989"/>
            <a:chOff x="497715" y="3058040"/>
            <a:chExt cx="11263199" cy="1010989"/>
          </a:xfrm>
        </p:grpSpPr>
        <p:grpSp>
          <p:nvGrpSpPr>
            <p:cNvPr id="1223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1224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994,234</a:t>
                </a:r>
                <a:endParaRPr/>
              </a:p>
            </p:txBody>
          </p:sp>
          <p:grpSp>
            <p:nvGrpSpPr>
              <p:cNvPr id="1225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1226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/>
                </a:p>
              </p:txBody>
            </p:sp>
            <p:sp>
              <p:nvSpPr>
                <p:cNvPr id="1227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228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1229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1230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1231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993,753</a:t>
                </a:r>
                <a:endParaRPr/>
              </a:p>
            </p:txBody>
          </p:sp>
        </p:grpSp>
      </p:grpSp>
      <p:grpSp>
        <p:nvGrpSpPr>
          <p:cNvPr id="1232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1233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1234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992,266</a:t>
                </a:r>
                <a:endParaRPr/>
              </a:p>
            </p:txBody>
          </p:sp>
          <p:grpSp>
            <p:nvGrpSpPr>
              <p:cNvPr id="1235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1236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1237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1238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1239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1240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1241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988,722</a:t>
                </a:r>
                <a:endParaRPr/>
              </a:p>
            </p:txBody>
          </p:sp>
        </p:grpSp>
      </p:grpSp>
      <p:grpSp>
        <p:nvGrpSpPr>
          <p:cNvPr id="1242" name="组合 18"/>
          <p:cNvGrpSpPr/>
          <p:nvPr/>
        </p:nvGrpSpPr>
        <p:grpSpPr>
          <a:xfrm>
            <a:off x="371659" y="2315520"/>
            <a:ext cx="11469907" cy="1796980"/>
            <a:chOff x="371659" y="1304560"/>
            <a:chExt cx="11469907" cy="1796980"/>
          </a:xfrm>
        </p:grpSpPr>
        <p:sp>
          <p:nvSpPr>
            <p:cNvPr id="1243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4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45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5"/>
          </a:xfrm>
          <a:prstGeom prst="rect">
            <a:avLst/>
          </a:prstGeom>
        </p:spPr>
      </p:pic>
      <p:sp>
        <p:nvSpPr>
          <p:cNvPr id="1246" name="文本框 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47" name="文本框 6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LeaF - Kyouki Ranbu [Euphoria]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Hytex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248" name="文本框 9"/>
          <p:cNvSpPr txBox="1"/>
          <p:nvPr/>
        </p:nvSpPr>
        <p:spPr>
          <a:xfrm>
            <a:off x="4424807" y="3190218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2:25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230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4.76</a:t>
            </a:r>
            <a:endParaRPr/>
          </a:p>
        </p:txBody>
      </p:sp>
      <p:sp>
        <p:nvSpPr>
          <p:cNvPr id="1249" name="文本框 17"/>
          <p:cNvSpPr txBox="1"/>
          <p:nvPr/>
        </p:nvSpPr>
        <p:spPr>
          <a:xfrm>
            <a:off x="6067329" y="3190218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1,245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852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2,949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1250" name="文本框 21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51" name="文本框 22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52" name="文本框 23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53" name="文本框 2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54" name="文本框 3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55" name="文本框 32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56" name="文本框 34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57" name="文本框 35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58" name="文本框 36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59" name="文本框 38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60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61" name="文本框 40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62" name="文本框 41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263" name="矩形 42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4" name="矩形 43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5" name="文本框 44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266" name="文本框 45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267" name="矩形 46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8" name="文本框 47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269" name="矩形 48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0" name="文本框 49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12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3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1274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1275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1276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1277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1278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279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280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281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282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83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4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5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6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7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88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89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290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1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2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3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4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5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6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97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298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299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2,981,388</a:t>
              </a:r>
              <a:endParaRPr/>
            </a:p>
          </p:txBody>
        </p:sp>
        <p:sp>
          <p:nvSpPr>
            <p:cNvPr id="1300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2,978,730</a:t>
              </a:r>
              <a:endParaRPr/>
            </a:p>
          </p:txBody>
        </p:sp>
      </p:grpSp>
      <p:sp>
        <p:nvSpPr>
          <p:cNvPr id="1301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302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1303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994,888</a:t>
              </a:r>
              <a:endParaRPr/>
            </a:p>
          </p:txBody>
        </p:sp>
        <p:grpSp>
          <p:nvGrpSpPr>
            <p:cNvPr id="1304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1305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/>
              </a:p>
            </p:txBody>
          </p:sp>
          <p:sp>
            <p:nvSpPr>
              <p:cNvPr id="1306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1307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1308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1309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996,255</a:t>
              </a:r>
              <a:endParaRPr/>
            </a:p>
          </p:txBody>
        </p:sp>
      </p:grpSp>
      <p:grpSp>
        <p:nvGrpSpPr>
          <p:cNvPr id="1310" name="组合 148"/>
          <p:cNvGrpSpPr/>
          <p:nvPr/>
        </p:nvGrpSpPr>
        <p:grpSpPr>
          <a:xfrm>
            <a:off x="419418" y="3801758"/>
            <a:ext cx="11431462" cy="1321702"/>
            <a:chOff x="419418" y="1757118"/>
            <a:chExt cx="11431462" cy="1321702"/>
          </a:xfrm>
        </p:grpSpPr>
        <p:grpSp>
          <p:nvGrpSpPr>
            <p:cNvPr id="1311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1312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313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2,640303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6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  <p:sp>
          <p:nvSpPr>
            <p:cNvPr id="1314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99.76%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2,949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15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99.88%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chemeClr val="bg1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2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,137</a:t>
              </a:r>
              <a:endParaRPr/>
            </a:p>
          </p:txBody>
        </p:sp>
        <p:grpSp>
          <p:nvGrpSpPr>
            <p:cNvPr id="1316" name="组合 131"/>
            <p:cNvGrpSpPr/>
            <p:nvPr/>
          </p:nvGrpSpPr>
          <p:grpSpPr>
            <a:xfrm>
              <a:off x="10636562" y="1786158"/>
              <a:ext cx="1214318" cy="1292662"/>
              <a:chOff x="463670" y="2475627"/>
              <a:chExt cx="1214318" cy="1292662"/>
            </a:xfrm>
          </p:grpSpPr>
          <p:sp>
            <p:nvSpPr>
              <p:cNvPr id="1317" name="文本框 132"/>
              <p:cNvSpPr txBox="1"/>
              <p:nvPr/>
            </p:nvSpPr>
            <p:spPr>
              <a:xfrm>
                <a:off x="463670" y="247562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318" name="文本框 133"/>
              <p:cNvSpPr txBox="1"/>
              <p:nvPr/>
            </p:nvSpPr>
            <p:spPr>
              <a:xfrm>
                <a:off x="1008183" y="247562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2,656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291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</p:txBody>
          </p:sp>
        </p:grpSp>
      </p:grpSp>
      <p:grpSp>
        <p:nvGrpSpPr>
          <p:cNvPr id="1319" name="组合 150"/>
          <p:cNvGrpSpPr/>
          <p:nvPr/>
        </p:nvGrpSpPr>
        <p:grpSpPr>
          <a:xfrm>
            <a:off x="497715" y="2365140"/>
            <a:ext cx="11263199" cy="1010989"/>
            <a:chOff x="497715" y="3058040"/>
            <a:chExt cx="11263199" cy="1010989"/>
          </a:xfrm>
        </p:grpSpPr>
        <p:grpSp>
          <p:nvGrpSpPr>
            <p:cNvPr id="1320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1321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994,234</a:t>
                </a:r>
                <a:endParaRPr/>
              </a:p>
            </p:txBody>
          </p:sp>
          <p:grpSp>
            <p:nvGrpSpPr>
              <p:cNvPr id="1322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1323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/>
                </a:p>
              </p:txBody>
            </p:sp>
            <p:sp>
              <p:nvSpPr>
                <p:cNvPr id="1324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325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1326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1327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1328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993,753</a:t>
                </a:r>
                <a:endParaRPr/>
              </a:p>
            </p:txBody>
          </p:sp>
        </p:grpSp>
      </p:grpSp>
      <p:grpSp>
        <p:nvGrpSpPr>
          <p:cNvPr id="1329" name="组合 152"/>
          <p:cNvGrpSpPr/>
          <p:nvPr/>
        </p:nvGrpSpPr>
        <p:grpSpPr>
          <a:xfrm>
            <a:off x="487946" y="3348399"/>
            <a:ext cx="11267643" cy="1050400"/>
            <a:chOff x="487946" y="4086751"/>
            <a:chExt cx="11267643" cy="1050400"/>
          </a:xfrm>
        </p:grpSpPr>
        <p:grpSp>
          <p:nvGrpSpPr>
            <p:cNvPr id="1330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1331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992,266</a:t>
                </a:r>
                <a:endParaRPr/>
              </a:p>
            </p:txBody>
          </p:sp>
          <p:grpSp>
            <p:nvGrpSpPr>
              <p:cNvPr id="1332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1333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1334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1335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1336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1337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1338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988,722</a:t>
                </a:r>
                <a:endParaRPr/>
              </a:p>
            </p:txBody>
          </p:sp>
        </p:grpSp>
      </p:grpSp>
      <p:grpSp>
        <p:nvGrpSpPr>
          <p:cNvPr id="1339" name="组合 18"/>
          <p:cNvGrpSpPr/>
          <p:nvPr/>
        </p:nvGrpSpPr>
        <p:grpSpPr>
          <a:xfrm>
            <a:off x="371659" y="3337827"/>
            <a:ext cx="11469907" cy="1796980"/>
            <a:chOff x="371659" y="1304560"/>
            <a:chExt cx="11469907" cy="1796980"/>
          </a:xfrm>
        </p:grpSpPr>
        <p:sp>
          <p:nvSpPr>
            <p:cNvPr id="1340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1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42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5"/>
          </a:xfrm>
          <a:prstGeom prst="rect">
            <a:avLst/>
          </a:prstGeom>
        </p:spPr>
      </p:pic>
      <p:sp>
        <p:nvSpPr>
          <p:cNvPr id="1343" name="文本框 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44" name="文本框 6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LeaF - Kyouki Ranbu [Euphoria]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Hytex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345" name="文本框 9"/>
          <p:cNvSpPr txBox="1"/>
          <p:nvPr/>
        </p:nvSpPr>
        <p:spPr>
          <a:xfrm>
            <a:off x="4424807" y="3190218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2:25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230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4.76</a:t>
            </a:r>
            <a:endParaRPr/>
          </a:p>
        </p:txBody>
      </p:sp>
      <p:sp>
        <p:nvSpPr>
          <p:cNvPr id="1346" name="文本框 17"/>
          <p:cNvSpPr txBox="1"/>
          <p:nvPr/>
        </p:nvSpPr>
        <p:spPr>
          <a:xfrm>
            <a:off x="6067329" y="3190218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1,245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852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2,949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1347" name="文本框 21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48" name="文本框 22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49" name="文本框 23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50" name="文本框 2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51" name="文本框 3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52" name="文本框 32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53" name="文本框 34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54" name="文本框 35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55" name="文本框 36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56" name="文本框 38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57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58" name="文本框 40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59" name="文本框 41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360" name="矩形 42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61" name="矩形 43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62" name="文本框 44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363" name="文本框 45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364" name="矩形 46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65" name="文本框 47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366" name="矩形 48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67" name="文本框 49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13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0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1371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1372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1373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1374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1375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376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377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378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379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80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81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2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3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4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85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386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387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8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9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0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1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2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3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94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395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396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2,981,388</a:t>
              </a:r>
              <a:endParaRPr/>
            </a:p>
          </p:txBody>
        </p:sp>
        <p:sp>
          <p:nvSpPr>
            <p:cNvPr id="1397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2,978,730</a:t>
              </a:r>
              <a:endParaRPr/>
            </a:p>
          </p:txBody>
        </p:sp>
      </p:grpSp>
      <p:sp>
        <p:nvSpPr>
          <p:cNvPr id="1398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399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1400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994,888</a:t>
              </a:r>
              <a:endParaRPr/>
            </a:p>
          </p:txBody>
        </p:sp>
        <p:grpSp>
          <p:nvGrpSpPr>
            <p:cNvPr id="1401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1402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/>
              </a:p>
            </p:txBody>
          </p:sp>
          <p:sp>
            <p:nvSpPr>
              <p:cNvPr id="1403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1404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1405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1406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996,255</a:t>
              </a:r>
              <a:endParaRPr/>
            </a:p>
          </p:txBody>
        </p:sp>
      </p:grpSp>
      <p:grpSp>
        <p:nvGrpSpPr>
          <p:cNvPr id="1407" name="组合 150"/>
          <p:cNvGrpSpPr/>
          <p:nvPr/>
        </p:nvGrpSpPr>
        <p:grpSpPr>
          <a:xfrm>
            <a:off x="497715" y="2365140"/>
            <a:ext cx="11263199" cy="1010989"/>
            <a:chOff x="497715" y="3058040"/>
            <a:chExt cx="11263199" cy="1010989"/>
          </a:xfrm>
        </p:grpSpPr>
        <p:grpSp>
          <p:nvGrpSpPr>
            <p:cNvPr id="1408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1409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994,234</a:t>
                </a:r>
                <a:endParaRPr/>
              </a:p>
            </p:txBody>
          </p:sp>
          <p:grpSp>
            <p:nvGrpSpPr>
              <p:cNvPr id="1410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1411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/>
                </a:p>
              </p:txBody>
            </p:sp>
            <p:sp>
              <p:nvSpPr>
                <p:cNvPr id="1412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413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1414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1415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1416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993,753</a:t>
                </a:r>
                <a:endParaRPr/>
              </a:p>
            </p:txBody>
          </p:sp>
        </p:grpSp>
      </p:grpSp>
      <p:grpSp>
        <p:nvGrpSpPr>
          <p:cNvPr id="1417" name="组合 152"/>
          <p:cNvGrpSpPr/>
          <p:nvPr/>
        </p:nvGrpSpPr>
        <p:grpSpPr>
          <a:xfrm>
            <a:off x="487946" y="3348399"/>
            <a:ext cx="11267643" cy="1050400"/>
            <a:chOff x="487946" y="4086751"/>
            <a:chExt cx="11267643" cy="1050400"/>
          </a:xfrm>
        </p:grpSpPr>
        <p:grpSp>
          <p:nvGrpSpPr>
            <p:cNvPr id="1418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1419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992,266</a:t>
                </a:r>
                <a:endParaRPr/>
              </a:p>
            </p:txBody>
          </p:sp>
          <p:grpSp>
            <p:nvGrpSpPr>
              <p:cNvPr id="1420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1421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1422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1423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1424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1425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1426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988,722</a:t>
                </a:r>
                <a:endParaRPr/>
              </a:p>
            </p:txBody>
          </p:sp>
        </p:grpSp>
      </p:grpSp>
      <p:pic>
        <p:nvPicPr>
          <p:cNvPr id="1427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5"/>
          </a:xfrm>
          <a:prstGeom prst="rect">
            <a:avLst/>
          </a:prstGeom>
        </p:spPr>
      </p:pic>
      <p:sp>
        <p:nvSpPr>
          <p:cNvPr id="1428" name="文本框 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29" name="文本框 6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LeaF - Kyouki Ranbu [Euphoria]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Hytex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430" name="文本框 9"/>
          <p:cNvSpPr txBox="1"/>
          <p:nvPr/>
        </p:nvSpPr>
        <p:spPr>
          <a:xfrm>
            <a:off x="4424807" y="3190218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2:25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230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4.76</a:t>
            </a:r>
            <a:endParaRPr/>
          </a:p>
        </p:txBody>
      </p:sp>
      <p:sp>
        <p:nvSpPr>
          <p:cNvPr id="1431" name="文本框 17"/>
          <p:cNvSpPr txBox="1"/>
          <p:nvPr/>
        </p:nvSpPr>
        <p:spPr>
          <a:xfrm>
            <a:off x="6067329" y="3190218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1,245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852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2,949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1432" name="文本框 21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33" name="文本框 22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34" name="文本框 23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35" name="文本框 2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36" name="文本框 3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37" name="文本框 32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38" name="文本框 34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39" name="文本框 35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40" name="文本框 36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41" name="文本框 38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42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43" name="文本框 40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44" name="文本框 41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45" name="矩形 42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46" name="矩形 43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47" name="文本框 44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448" name="文本框 45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449" name="矩形 46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50" name="文本框 47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451" name="矩形 48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52" name="文本框 49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14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5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1456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1457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1458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1459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1460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461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462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463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464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65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66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7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8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9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70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471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472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3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4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5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6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7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78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479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480" name="文本框 80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81" name="文本框 8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82" name="文本框 85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83" name="文本框 92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84" name="文本框 93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85" name="文本框 94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86" name="文本框 95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87" name="文本框 96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88" name="文本框 97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89" name="文本框 126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90" name="文本框 134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91" name="文本框 135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92" name="文本框 136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93" name="文本框 137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494" name="矩形 47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5" name="矩形 48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6" name="文本框 49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497" name="文本框 50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498" name="矩形 34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99" name="文本框 35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500" name="矩形 36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01" name="文本框 38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502" name="文本框 6"/>
          <p:cNvSpPr txBox="1"/>
          <p:nvPr/>
        </p:nvSpPr>
        <p:spPr>
          <a:xfrm>
            <a:off x="925715" y="2704639"/>
            <a:ext cx="2647463" cy="1423622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  <a:p>
            <a:pPr algn="r"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Pick</a:t>
            </a:r>
            <a:endParaRPr/>
          </a:p>
        </p:txBody>
      </p:sp>
      <p:pic>
        <p:nvPicPr>
          <p:cNvPr id="1503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09" y="2027210"/>
            <a:ext cx="3318829" cy="921896"/>
          </a:xfrm>
          <a:prstGeom prst="rect">
            <a:avLst/>
          </a:prstGeom>
        </p:spPr>
      </p:pic>
      <p:sp>
        <p:nvSpPr>
          <p:cNvPr id="1504" name="文本框 9"/>
          <p:cNvSpPr txBox="1"/>
          <p:nvPr/>
        </p:nvSpPr>
        <p:spPr>
          <a:xfrm>
            <a:off x="7126421" y="2025864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05" name="文本框 10"/>
          <p:cNvSpPr txBox="1"/>
          <p:nvPr/>
        </p:nvSpPr>
        <p:spPr>
          <a:xfrm>
            <a:off x="4424807" y="3001002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IVE - After LIKE (Cut Ver.) [In LOVE 1.05x]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Miaurichesu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506" name="文本框 15"/>
          <p:cNvSpPr txBox="1"/>
          <p:nvPr/>
        </p:nvSpPr>
        <p:spPr>
          <a:xfrm>
            <a:off x="4424807" y="3941025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1:47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131.25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4.37</a:t>
            </a:r>
            <a:endParaRPr/>
          </a:p>
        </p:txBody>
      </p:sp>
      <p:sp>
        <p:nvSpPr>
          <p:cNvPr id="1507" name="文本框 16"/>
          <p:cNvSpPr txBox="1"/>
          <p:nvPr/>
        </p:nvSpPr>
        <p:spPr>
          <a:xfrm>
            <a:off x="6067329" y="3941025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1,772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1,774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15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0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1511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1512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1513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1514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1515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516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517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518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519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20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1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22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3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4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25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526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527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8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9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0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1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32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3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534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535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536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2,976,205</a:t>
              </a:r>
              <a:endParaRPr/>
            </a:p>
          </p:txBody>
        </p:sp>
        <p:sp>
          <p:nvSpPr>
            <p:cNvPr id="1537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2,992,404</a:t>
              </a:r>
              <a:endParaRPr/>
            </a:p>
          </p:txBody>
        </p:sp>
      </p:grpSp>
      <p:sp>
        <p:nvSpPr>
          <p:cNvPr id="1538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539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1540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997,068</a:t>
              </a:r>
              <a:endParaRPr/>
            </a:p>
          </p:txBody>
        </p:sp>
        <p:grpSp>
          <p:nvGrpSpPr>
            <p:cNvPr id="1541" name="组合 37"/>
            <p:cNvGrpSpPr/>
            <p:nvPr/>
          </p:nvGrpSpPr>
          <p:grpSpPr>
            <a:xfrm>
              <a:off x="487946" y="1333254"/>
              <a:ext cx="1885236" cy="430887"/>
              <a:chOff x="487946" y="1333254"/>
              <a:chExt cx="1885236" cy="430887"/>
            </a:xfrm>
          </p:grpSpPr>
          <p:sp>
            <p:nvSpPr>
              <p:cNvPr id="1542" name="文本框 16"/>
              <p:cNvSpPr txBox="1"/>
              <p:nvPr/>
            </p:nvSpPr>
            <p:spPr>
              <a:xfrm>
                <a:off x="784285" y="1333254"/>
                <a:ext cx="158889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Hawkfrost</a:t>
                </a:r>
                <a:endParaRPr/>
              </a:p>
            </p:txBody>
          </p:sp>
          <p:sp>
            <p:nvSpPr>
              <p:cNvPr id="1543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1544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1545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1546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998,228</a:t>
              </a:r>
              <a:endParaRPr/>
            </a:p>
          </p:txBody>
        </p:sp>
      </p:grpSp>
      <p:grpSp>
        <p:nvGrpSpPr>
          <p:cNvPr id="1547" name="组合 150"/>
          <p:cNvGrpSpPr/>
          <p:nvPr/>
        </p:nvGrpSpPr>
        <p:grpSpPr>
          <a:xfrm>
            <a:off x="497715" y="2359452"/>
            <a:ext cx="11263199" cy="1010989"/>
            <a:chOff x="497715" y="3058040"/>
            <a:chExt cx="11263199" cy="1010989"/>
          </a:xfrm>
        </p:grpSpPr>
        <p:grpSp>
          <p:nvGrpSpPr>
            <p:cNvPr id="1548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1549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994,960</a:t>
                </a:r>
                <a:endParaRPr/>
              </a:p>
            </p:txBody>
          </p:sp>
          <p:grpSp>
            <p:nvGrpSpPr>
              <p:cNvPr id="1550" name="组合 117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1551" name="文本框 118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1552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553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1554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1555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1556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997,275</a:t>
                </a:r>
                <a:endParaRPr/>
              </a:p>
            </p:txBody>
          </p:sp>
        </p:grpSp>
      </p:grpSp>
      <p:grpSp>
        <p:nvGrpSpPr>
          <p:cNvPr id="1557" name="组合 152"/>
          <p:cNvGrpSpPr/>
          <p:nvPr/>
        </p:nvGrpSpPr>
        <p:grpSpPr>
          <a:xfrm>
            <a:off x="487946" y="3382487"/>
            <a:ext cx="11267643" cy="1050400"/>
            <a:chOff x="487946" y="4086751"/>
            <a:chExt cx="11267643" cy="1050400"/>
          </a:xfrm>
        </p:grpSpPr>
        <p:grpSp>
          <p:nvGrpSpPr>
            <p:cNvPr id="1558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1559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984,177</a:t>
                </a:r>
                <a:endParaRPr/>
              </a:p>
            </p:txBody>
          </p:sp>
          <p:grpSp>
            <p:nvGrpSpPr>
              <p:cNvPr id="1560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1561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1562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1563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1564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1565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1566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996,901</a:t>
                </a:r>
                <a:endParaRPr/>
              </a:p>
            </p:txBody>
          </p:sp>
        </p:grpSp>
      </p:grpSp>
      <p:sp>
        <p:nvSpPr>
          <p:cNvPr id="1567" name="文本框 176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68" name="文本框 177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69" name="文本框 178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70" name="文本框 17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71" name="文本框 18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72" name="文本框 181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73" name="文本框 182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74" name="文本框 183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75" name="文本框 184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76" name="文本框 185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77" name="文本框 186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78" name="文本框 187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79" name="文本框 188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80" name="文本框 189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81" name="矩形 171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82" name="矩形 172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83" name="文本框 173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584" name="文本框 174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585" name="矩形 162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86" name="文本框 163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587" name="矩形 164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88" name="文本框 165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589" name="矩形 166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90" name="文本框 168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1591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09" y="1305906"/>
            <a:ext cx="3318829" cy="921896"/>
          </a:xfrm>
          <a:prstGeom prst="rect">
            <a:avLst/>
          </a:prstGeom>
        </p:spPr>
      </p:pic>
      <p:sp>
        <p:nvSpPr>
          <p:cNvPr id="1592" name="文本框 2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93" name="文本框 29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IVE - After LIKE (Cut Ver.) [In LOVE 1.05x]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Miaurichesu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594" name="文本框 30"/>
          <p:cNvSpPr txBox="1"/>
          <p:nvPr/>
        </p:nvSpPr>
        <p:spPr>
          <a:xfrm>
            <a:off x="4424807" y="321972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1:47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131.25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4.37</a:t>
            </a:r>
            <a:endParaRPr/>
          </a:p>
        </p:txBody>
      </p:sp>
      <p:sp>
        <p:nvSpPr>
          <p:cNvPr id="1595" name="文本框 32"/>
          <p:cNvSpPr txBox="1"/>
          <p:nvPr/>
        </p:nvSpPr>
        <p:spPr>
          <a:xfrm>
            <a:off x="6067329" y="321972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1,772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1,774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15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8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1599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1600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1601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1602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1603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604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605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606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607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08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9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10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1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2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13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614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615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6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7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8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9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0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1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622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623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624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2,976,205</a:t>
              </a:r>
              <a:endParaRPr/>
            </a:p>
          </p:txBody>
        </p:sp>
        <p:sp>
          <p:nvSpPr>
            <p:cNvPr id="1625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2,992,404</a:t>
              </a:r>
              <a:endParaRPr/>
            </a:p>
          </p:txBody>
        </p:sp>
      </p:grpSp>
      <p:sp>
        <p:nvSpPr>
          <p:cNvPr id="1626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627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1628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997,068</a:t>
              </a:r>
              <a:endParaRPr/>
            </a:p>
          </p:txBody>
        </p:sp>
        <p:grpSp>
          <p:nvGrpSpPr>
            <p:cNvPr id="1629" name="组合 37"/>
            <p:cNvGrpSpPr/>
            <p:nvPr/>
          </p:nvGrpSpPr>
          <p:grpSpPr>
            <a:xfrm>
              <a:off x="487946" y="1333254"/>
              <a:ext cx="1885236" cy="430887"/>
              <a:chOff x="487946" y="1333254"/>
              <a:chExt cx="1885236" cy="430887"/>
            </a:xfrm>
          </p:grpSpPr>
          <p:sp>
            <p:nvSpPr>
              <p:cNvPr id="1630" name="文本框 16"/>
              <p:cNvSpPr txBox="1"/>
              <p:nvPr/>
            </p:nvSpPr>
            <p:spPr>
              <a:xfrm>
                <a:off x="784285" y="1333254"/>
                <a:ext cx="158889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Hawkfrost</a:t>
                </a:r>
                <a:endParaRPr/>
              </a:p>
            </p:txBody>
          </p:sp>
          <p:sp>
            <p:nvSpPr>
              <p:cNvPr id="1631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1632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1633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1634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998,228</a:t>
              </a:r>
              <a:endParaRPr/>
            </a:p>
          </p:txBody>
        </p:sp>
      </p:grpSp>
      <p:grpSp>
        <p:nvGrpSpPr>
          <p:cNvPr id="1635" name="组合 148"/>
          <p:cNvGrpSpPr/>
          <p:nvPr/>
        </p:nvGrpSpPr>
        <p:grpSpPr>
          <a:xfrm>
            <a:off x="419418" y="1757118"/>
            <a:ext cx="11431462" cy="1344422"/>
            <a:chOff x="419418" y="1757118"/>
            <a:chExt cx="11431462" cy="1344422"/>
          </a:xfrm>
        </p:grpSpPr>
        <p:grpSp>
          <p:nvGrpSpPr>
            <p:cNvPr id="1636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1637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638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1,696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77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  <p:sp>
          <p:nvSpPr>
            <p:cNvPr id="1639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99.91%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1,774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40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99.94%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</a:rPr>
                <a:t>1,774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641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1642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643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1,714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60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1644" name="组合 150"/>
          <p:cNvGrpSpPr/>
          <p:nvPr/>
        </p:nvGrpSpPr>
        <p:grpSpPr>
          <a:xfrm>
            <a:off x="497715" y="3058040"/>
            <a:ext cx="11263199" cy="1010989"/>
            <a:chOff x="497715" y="3058040"/>
            <a:chExt cx="11263199" cy="1010989"/>
          </a:xfrm>
        </p:grpSpPr>
        <p:grpSp>
          <p:nvGrpSpPr>
            <p:cNvPr id="1645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1646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994,960</a:t>
                </a:r>
                <a:endParaRPr/>
              </a:p>
            </p:txBody>
          </p:sp>
          <p:grpSp>
            <p:nvGrpSpPr>
              <p:cNvPr id="1647" name="组合 117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1648" name="文本框 118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1649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650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1651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1652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1653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997,275</a:t>
                </a:r>
                <a:endParaRPr/>
              </a:p>
            </p:txBody>
          </p:sp>
        </p:grpSp>
      </p:grpSp>
      <p:grpSp>
        <p:nvGrpSpPr>
          <p:cNvPr id="1654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1655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1656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984,177</a:t>
                </a:r>
                <a:endParaRPr/>
              </a:p>
            </p:txBody>
          </p:sp>
          <p:grpSp>
            <p:nvGrpSpPr>
              <p:cNvPr id="1657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1658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1659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1660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1661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1662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1663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996,901</a:t>
                </a:r>
                <a:endParaRPr/>
              </a:p>
            </p:txBody>
          </p:sp>
        </p:grpSp>
      </p:grpSp>
      <p:grpSp>
        <p:nvGrpSpPr>
          <p:cNvPr id="1664" name="组合 18"/>
          <p:cNvGrpSpPr/>
          <p:nvPr/>
        </p:nvGrpSpPr>
        <p:grpSpPr>
          <a:xfrm>
            <a:off x="371659" y="1304560"/>
            <a:ext cx="11469907" cy="1796980"/>
            <a:chOff x="371659" y="1304560"/>
            <a:chExt cx="11469907" cy="1796980"/>
          </a:xfrm>
        </p:grpSpPr>
        <p:sp>
          <p:nvSpPr>
            <p:cNvPr id="1665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6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67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09" y="1305906"/>
            <a:ext cx="3318829" cy="921896"/>
          </a:xfrm>
          <a:prstGeom prst="rect">
            <a:avLst/>
          </a:prstGeom>
        </p:spPr>
      </p:pic>
      <p:sp>
        <p:nvSpPr>
          <p:cNvPr id="1668" name="文本框 2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69" name="文本框 29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IVE - After LIKE (Cut Ver.) [In LOVE 1.05x]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Miaurichesu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670" name="文本框 30"/>
          <p:cNvSpPr txBox="1"/>
          <p:nvPr/>
        </p:nvSpPr>
        <p:spPr>
          <a:xfrm>
            <a:off x="4424807" y="321972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1:47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131.25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4.37</a:t>
            </a:r>
            <a:endParaRPr/>
          </a:p>
        </p:txBody>
      </p:sp>
      <p:sp>
        <p:nvSpPr>
          <p:cNvPr id="1671" name="文本框 32"/>
          <p:cNvSpPr txBox="1"/>
          <p:nvPr/>
        </p:nvSpPr>
        <p:spPr>
          <a:xfrm>
            <a:off x="6067329" y="321972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1,772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1,774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1672" name="文本框 34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73" name="文本框 35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74" name="文本框 36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75" name="文本框 38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76" name="文本框 39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77" name="文本框 40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78" name="文本框 41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79" name="文本框 42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80" name="文本框 43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81" name="文本框 44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82" name="文本框 45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83" name="文本框 46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84" name="文本框 47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85" name="文本框 48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686" name="矩形 49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87" name="矩形 50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88" name="文本框 51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689" name="文本框 52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690" name="矩形 53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91" name="文本框 54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692" name="矩形 55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93" name="文本框 56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694" name="矩形 57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95" name="文本框 58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17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1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1742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1743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1744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1745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1746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747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748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749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750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51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2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53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4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5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56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757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758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9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0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1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2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63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4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765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766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767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2,976,205</a:t>
              </a:r>
              <a:endParaRPr/>
            </a:p>
          </p:txBody>
        </p:sp>
        <p:sp>
          <p:nvSpPr>
            <p:cNvPr id="1768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2,992,404</a:t>
              </a:r>
              <a:endParaRPr/>
            </a:p>
          </p:txBody>
        </p:sp>
      </p:grpSp>
      <p:sp>
        <p:nvSpPr>
          <p:cNvPr id="1769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770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1771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997,068</a:t>
              </a:r>
              <a:endParaRPr/>
            </a:p>
          </p:txBody>
        </p:sp>
        <p:grpSp>
          <p:nvGrpSpPr>
            <p:cNvPr id="1772" name="组合 37"/>
            <p:cNvGrpSpPr/>
            <p:nvPr/>
          </p:nvGrpSpPr>
          <p:grpSpPr>
            <a:xfrm>
              <a:off x="487946" y="1333254"/>
              <a:ext cx="1885236" cy="430887"/>
              <a:chOff x="487946" y="1333254"/>
              <a:chExt cx="1885236" cy="430887"/>
            </a:xfrm>
          </p:grpSpPr>
          <p:sp>
            <p:nvSpPr>
              <p:cNvPr id="1773" name="文本框 16"/>
              <p:cNvSpPr txBox="1"/>
              <p:nvPr/>
            </p:nvSpPr>
            <p:spPr>
              <a:xfrm>
                <a:off x="784285" y="1333254"/>
                <a:ext cx="158889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Hawkfrost</a:t>
                </a:r>
                <a:endParaRPr/>
              </a:p>
            </p:txBody>
          </p:sp>
          <p:sp>
            <p:nvSpPr>
              <p:cNvPr id="1774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1775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1776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1777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998,228</a:t>
              </a:r>
              <a:endParaRPr/>
            </a:p>
          </p:txBody>
        </p:sp>
      </p:grpSp>
      <p:grpSp>
        <p:nvGrpSpPr>
          <p:cNvPr id="1778" name="组合 148"/>
          <p:cNvGrpSpPr/>
          <p:nvPr/>
        </p:nvGrpSpPr>
        <p:grpSpPr>
          <a:xfrm>
            <a:off x="419418" y="2751042"/>
            <a:ext cx="11431462" cy="1344422"/>
            <a:chOff x="419418" y="1757118"/>
            <a:chExt cx="11431462" cy="1344422"/>
          </a:xfrm>
        </p:grpSpPr>
        <p:grpSp>
          <p:nvGrpSpPr>
            <p:cNvPr id="1779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1780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781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1,699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73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  <p:sp>
          <p:nvSpPr>
            <p:cNvPr id="1782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99.85%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1,774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83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99.92%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</a:rPr>
                <a:t>1,774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784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1785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786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1,703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70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1787" name="组合 150"/>
          <p:cNvGrpSpPr/>
          <p:nvPr/>
        </p:nvGrpSpPr>
        <p:grpSpPr>
          <a:xfrm>
            <a:off x="497715" y="2359452"/>
            <a:ext cx="11263199" cy="1010989"/>
            <a:chOff x="497715" y="3058040"/>
            <a:chExt cx="11263199" cy="1010989"/>
          </a:xfrm>
        </p:grpSpPr>
        <p:grpSp>
          <p:nvGrpSpPr>
            <p:cNvPr id="1788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1789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994,960</a:t>
                </a:r>
                <a:endParaRPr/>
              </a:p>
            </p:txBody>
          </p:sp>
          <p:grpSp>
            <p:nvGrpSpPr>
              <p:cNvPr id="1790" name="组合 117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1791" name="文本框 118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1792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793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1794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1795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1796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997,275</a:t>
                </a:r>
                <a:endParaRPr/>
              </a:p>
            </p:txBody>
          </p:sp>
        </p:grpSp>
      </p:grpSp>
      <p:grpSp>
        <p:nvGrpSpPr>
          <p:cNvPr id="1797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1798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1799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984,177</a:t>
                </a:r>
                <a:endParaRPr/>
              </a:p>
            </p:txBody>
          </p:sp>
          <p:grpSp>
            <p:nvGrpSpPr>
              <p:cNvPr id="1800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1801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1802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1803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1804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1805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1806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996,901</a:t>
                </a:r>
                <a:endParaRPr/>
              </a:p>
            </p:txBody>
          </p:sp>
        </p:grpSp>
      </p:grpSp>
      <p:grpSp>
        <p:nvGrpSpPr>
          <p:cNvPr id="1807" name="组合 18"/>
          <p:cNvGrpSpPr/>
          <p:nvPr/>
        </p:nvGrpSpPr>
        <p:grpSpPr>
          <a:xfrm>
            <a:off x="371659" y="2315520"/>
            <a:ext cx="11469907" cy="1796980"/>
            <a:chOff x="371659" y="1304560"/>
            <a:chExt cx="11469907" cy="1796980"/>
          </a:xfrm>
        </p:grpSpPr>
        <p:sp>
          <p:nvSpPr>
            <p:cNvPr id="1808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9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810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09" y="1305906"/>
            <a:ext cx="3318829" cy="921896"/>
          </a:xfrm>
          <a:prstGeom prst="rect">
            <a:avLst/>
          </a:prstGeom>
        </p:spPr>
      </p:pic>
      <p:sp>
        <p:nvSpPr>
          <p:cNvPr id="1811" name="文本框 2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12" name="文本框 29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IVE - After LIKE (Cut Ver.) [In LOVE 1.05x]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Miaurichesu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813" name="文本框 30"/>
          <p:cNvSpPr txBox="1"/>
          <p:nvPr/>
        </p:nvSpPr>
        <p:spPr>
          <a:xfrm>
            <a:off x="4424807" y="321972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1:47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131.25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4.37</a:t>
            </a:r>
            <a:endParaRPr/>
          </a:p>
        </p:txBody>
      </p:sp>
      <p:sp>
        <p:nvSpPr>
          <p:cNvPr id="1814" name="文本框 32"/>
          <p:cNvSpPr txBox="1"/>
          <p:nvPr/>
        </p:nvSpPr>
        <p:spPr>
          <a:xfrm>
            <a:off x="6067329" y="321972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1,772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1,774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1815" name="文本框 2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16" name="文本框 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17" name="文本框 6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18" name="文本框 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19" name="文本框 17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20" name="文本框 21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21" name="文本框 34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22" name="文本框 35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23" name="文本框 36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24" name="文本框 38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25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26" name="文本框 40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27" name="文本框 41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28" name="文本框 42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829" name="矩形 43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30" name="矩形 44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31" name="文本框 45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832" name="文本框 46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833" name="矩形 47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34" name="文本框 48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835" name="矩形 49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36" name="文本框 50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837" name="矩形 51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38" name="文本框 52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18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1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1842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1843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1844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1845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1846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847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848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849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850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51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2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53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4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5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56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857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858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9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0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1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2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63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4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865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866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867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2,976,205</a:t>
              </a:r>
              <a:endParaRPr/>
            </a:p>
          </p:txBody>
        </p:sp>
        <p:sp>
          <p:nvSpPr>
            <p:cNvPr id="1868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2,992,404</a:t>
              </a:r>
              <a:endParaRPr/>
            </a:p>
          </p:txBody>
        </p:sp>
      </p:grpSp>
      <p:sp>
        <p:nvSpPr>
          <p:cNvPr id="1869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870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1871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997,068</a:t>
              </a:r>
              <a:endParaRPr/>
            </a:p>
          </p:txBody>
        </p:sp>
        <p:grpSp>
          <p:nvGrpSpPr>
            <p:cNvPr id="1872" name="组合 37"/>
            <p:cNvGrpSpPr/>
            <p:nvPr/>
          </p:nvGrpSpPr>
          <p:grpSpPr>
            <a:xfrm>
              <a:off x="487946" y="1333254"/>
              <a:ext cx="1885236" cy="430887"/>
              <a:chOff x="487946" y="1333254"/>
              <a:chExt cx="1885236" cy="430887"/>
            </a:xfrm>
          </p:grpSpPr>
          <p:sp>
            <p:nvSpPr>
              <p:cNvPr id="1873" name="文本框 16"/>
              <p:cNvSpPr txBox="1"/>
              <p:nvPr/>
            </p:nvSpPr>
            <p:spPr>
              <a:xfrm>
                <a:off x="784285" y="1333254"/>
                <a:ext cx="158889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Hawkfrost</a:t>
                </a:r>
                <a:endParaRPr/>
              </a:p>
            </p:txBody>
          </p:sp>
          <p:sp>
            <p:nvSpPr>
              <p:cNvPr id="1874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1875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1876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1877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998,228</a:t>
              </a:r>
              <a:endParaRPr/>
            </a:p>
          </p:txBody>
        </p:sp>
      </p:grpSp>
      <p:grpSp>
        <p:nvGrpSpPr>
          <p:cNvPr id="1878" name="组合 148"/>
          <p:cNvGrpSpPr/>
          <p:nvPr/>
        </p:nvGrpSpPr>
        <p:grpSpPr>
          <a:xfrm>
            <a:off x="419418" y="3790397"/>
            <a:ext cx="11431462" cy="1344422"/>
            <a:chOff x="419418" y="1757118"/>
            <a:chExt cx="11431462" cy="1344422"/>
          </a:xfrm>
        </p:grpSpPr>
        <p:grpSp>
          <p:nvGrpSpPr>
            <p:cNvPr id="1879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1880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881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1,696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74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</a:t>
                </a:r>
                <a:endParaRPr/>
              </a:p>
            </p:txBody>
          </p:sp>
        </p:grpSp>
        <p:sp>
          <p:nvSpPr>
            <p:cNvPr id="1882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99.75%</a:t>
              </a:r>
              <a:endParaRPr/>
            </a:p>
            <a:p>
              <a:pPr marL="0" marR="0" lvl="0" indent="0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66AB"/>
                  </a:solidFill>
                  <a:effectLst/>
                  <a:uLnTx/>
                  <a:uFillTx/>
                  <a:latin typeface="Torus Bold" panose="00000800000000000000" pitchFamily="50" charset="0"/>
                  <a:ea typeface="微软雅黑" panose="020B0503020204020204" pitchFamily="34" charset="-122"/>
                  <a:cs typeface="+mn-cs"/>
                </a:rPr>
                <a:t> </a:t>
              </a:r>
              <a:r>
                <a:rPr lang="en-US" altLang="zh-CN" dirty="0">
                  <a:solidFill>
                    <a:schemeClr val="bg1"/>
                  </a:solidFill>
                  <a:latin typeface="Torus Bold" panose="00000800000000000000" pitchFamily="50" charset="0"/>
                  <a:ea typeface="微软雅黑" panose="020B0503020204020204" pitchFamily="34" charset="-122"/>
                </a:rPr>
                <a:t>1,471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83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99.90%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</a:rPr>
                <a:t>1,774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884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1885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1886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1,669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105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1887" name="组合 150"/>
          <p:cNvGrpSpPr/>
          <p:nvPr/>
        </p:nvGrpSpPr>
        <p:grpSpPr>
          <a:xfrm>
            <a:off x="497715" y="2359452"/>
            <a:ext cx="11263199" cy="1010989"/>
            <a:chOff x="497715" y="3058040"/>
            <a:chExt cx="11263199" cy="1010989"/>
          </a:xfrm>
        </p:grpSpPr>
        <p:grpSp>
          <p:nvGrpSpPr>
            <p:cNvPr id="1888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1889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994,960</a:t>
                </a:r>
                <a:endParaRPr/>
              </a:p>
            </p:txBody>
          </p:sp>
          <p:grpSp>
            <p:nvGrpSpPr>
              <p:cNvPr id="1890" name="组合 117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1891" name="文本框 118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1892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893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1894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1895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1896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997,275</a:t>
                </a:r>
                <a:endParaRPr/>
              </a:p>
            </p:txBody>
          </p:sp>
        </p:grpSp>
      </p:grpSp>
      <p:grpSp>
        <p:nvGrpSpPr>
          <p:cNvPr id="1897" name="组合 152"/>
          <p:cNvGrpSpPr/>
          <p:nvPr/>
        </p:nvGrpSpPr>
        <p:grpSpPr>
          <a:xfrm>
            <a:off x="487946" y="3382487"/>
            <a:ext cx="11267643" cy="1050400"/>
            <a:chOff x="487946" y="4086751"/>
            <a:chExt cx="11267643" cy="1050400"/>
          </a:xfrm>
        </p:grpSpPr>
        <p:grpSp>
          <p:nvGrpSpPr>
            <p:cNvPr id="1898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1899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984,177</a:t>
                </a:r>
                <a:endParaRPr/>
              </a:p>
            </p:txBody>
          </p:sp>
          <p:grpSp>
            <p:nvGrpSpPr>
              <p:cNvPr id="1900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1901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1902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1903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1904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1905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1906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996,901</a:t>
                </a:r>
                <a:endParaRPr/>
              </a:p>
            </p:txBody>
          </p:sp>
        </p:grpSp>
      </p:grpSp>
      <p:grpSp>
        <p:nvGrpSpPr>
          <p:cNvPr id="1907" name="组合 18"/>
          <p:cNvGrpSpPr/>
          <p:nvPr/>
        </p:nvGrpSpPr>
        <p:grpSpPr>
          <a:xfrm>
            <a:off x="371659" y="3360559"/>
            <a:ext cx="11469907" cy="1796980"/>
            <a:chOff x="371659" y="1304560"/>
            <a:chExt cx="11469907" cy="1796980"/>
          </a:xfrm>
        </p:grpSpPr>
        <p:sp>
          <p:nvSpPr>
            <p:cNvPr id="1908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9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10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09" y="1305906"/>
            <a:ext cx="3318829" cy="921896"/>
          </a:xfrm>
          <a:prstGeom prst="rect">
            <a:avLst/>
          </a:prstGeom>
        </p:spPr>
      </p:pic>
      <p:sp>
        <p:nvSpPr>
          <p:cNvPr id="1911" name="文本框 2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12" name="文本框 29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IVE - After LIKE (Cut Ver.) [In LOVE 1.05x]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Miaurichesu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913" name="文本框 30"/>
          <p:cNvSpPr txBox="1"/>
          <p:nvPr/>
        </p:nvSpPr>
        <p:spPr>
          <a:xfrm>
            <a:off x="4424807" y="321972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1:47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131.25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4.37</a:t>
            </a:r>
            <a:endParaRPr/>
          </a:p>
        </p:txBody>
      </p:sp>
      <p:sp>
        <p:nvSpPr>
          <p:cNvPr id="1914" name="文本框 32"/>
          <p:cNvSpPr txBox="1"/>
          <p:nvPr/>
        </p:nvSpPr>
        <p:spPr>
          <a:xfrm>
            <a:off x="6067329" y="321972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1,772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1,774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1915" name="文本框 2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16" name="文本框 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17" name="文本框 6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18" name="文本框 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19" name="文本框 17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20" name="文本框 21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21" name="文本框 34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22" name="文本框 35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23" name="文本框 36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24" name="文本框 38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25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26" name="文本框 40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27" name="文本框 41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28" name="文本框 42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929" name="矩形 43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30" name="矩形 44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31" name="文本框 45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932" name="文本框 46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933" name="矩形 47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34" name="文本框 48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935" name="矩形 49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36" name="文本框 50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937" name="矩形 51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38" name="文本框 52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19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1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1942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1943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1944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1945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1946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1947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1948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1949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1950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51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2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53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4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5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56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957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958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9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0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1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2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63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4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965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966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967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2,976,205</a:t>
              </a:r>
              <a:endParaRPr/>
            </a:p>
          </p:txBody>
        </p:sp>
        <p:sp>
          <p:nvSpPr>
            <p:cNvPr id="1968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2,992,404</a:t>
              </a:r>
              <a:endParaRPr/>
            </a:p>
          </p:txBody>
        </p:sp>
      </p:grpSp>
      <p:sp>
        <p:nvSpPr>
          <p:cNvPr id="1969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970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1971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997,068</a:t>
              </a:r>
              <a:endParaRPr/>
            </a:p>
          </p:txBody>
        </p:sp>
        <p:grpSp>
          <p:nvGrpSpPr>
            <p:cNvPr id="1972" name="组合 37"/>
            <p:cNvGrpSpPr/>
            <p:nvPr/>
          </p:nvGrpSpPr>
          <p:grpSpPr>
            <a:xfrm>
              <a:off x="487946" y="1333254"/>
              <a:ext cx="1885236" cy="430887"/>
              <a:chOff x="487946" y="1333254"/>
              <a:chExt cx="1885236" cy="430887"/>
            </a:xfrm>
          </p:grpSpPr>
          <p:sp>
            <p:nvSpPr>
              <p:cNvPr id="1973" name="文本框 16"/>
              <p:cNvSpPr txBox="1"/>
              <p:nvPr/>
            </p:nvSpPr>
            <p:spPr>
              <a:xfrm>
                <a:off x="784285" y="1333254"/>
                <a:ext cx="158889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Hawkfrost</a:t>
                </a:r>
                <a:endParaRPr/>
              </a:p>
            </p:txBody>
          </p:sp>
          <p:sp>
            <p:nvSpPr>
              <p:cNvPr id="1974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1975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1976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1977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998,228</a:t>
              </a:r>
              <a:endParaRPr/>
            </a:p>
          </p:txBody>
        </p:sp>
      </p:grpSp>
      <p:grpSp>
        <p:nvGrpSpPr>
          <p:cNvPr id="1978" name="组合 150"/>
          <p:cNvGrpSpPr/>
          <p:nvPr/>
        </p:nvGrpSpPr>
        <p:grpSpPr>
          <a:xfrm>
            <a:off x="497715" y="2359452"/>
            <a:ext cx="11263199" cy="1010989"/>
            <a:chOff x="497715" y="3058040"/>
            <a:chExt cx="11263199" cy="1010989"/>
          </a:xfrm>
        </p:grpSpPr>
        <p:grpSp>
          <p:nvGrpSpPr>
            <p:cNvPr id="1979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1980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994,960</a:t>
                </a:r>
                <a:endParaRPr/>
              </a:p>
            </p:txBody>
          </p:sp>
          <p:grpSp>
            <p:nvGrpSpPr>
              <p:cNvPr id="1981" name="组合 117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1982" name="文本框 118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1983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1984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1985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1986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1987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997,275</a:t>
                </a:r>
                <a:endParaRPr/>
              </a:p>
            </p:txBody>
          </p:sp>
        </p:grpSp>
      </p:grpSp>
      <p:grpSp>
        <p:nvGrpSpPr>
          <p:cNvPr id="1988" name="组合 152"/>
          <p:cNvGrpSpPr/>
          <p:nvPr/>
        </p:nvGrpSpPr>
        <p:grpSpPr>
          <a:xfrm>
            <a:off x="487946" y="3382487"/>
            <a:ext cx="11267643" cy="1050400"/>
            <a:chOff x="487946" y="4086751"/>
            <a:chExt cx="11267643" cy="1050400"/>
          </a:xfrm>
        </p:grpSpPr>
        <p:grpSp>
          <p:nvGrpSpPr>
            <p:cNvPr id="1989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1990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984,177</a:t>
                </a:r>
                <a:endParaRPr/>
              </a:p>
            </p:txBody>
          </p:sp>
          <p:grpSp>
            <p:nvGrpSpPr>
              <p:cNvPr id="1991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1992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1993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1994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1995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1996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1997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996,901</a:t>
                </a:r>
                <a:endParaRPr/>
              </a:p>
            </p:txBody>
          </p:sp>
        </p:grpSp>
      </p:grpSp>
      <p:pic>
        <p:nvPicPr>
          <p:cNvPr id="1998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09" y="1305906"/>
            <a:ext cx="3318829" cy="921896"/>
          </a:xfrm>
          <a:prstGeom prst="rect">
            <a:avLst/>
          </a:prstGeom>
        </p:spPr>
      </p:pic>
      <p:sp>
        <p:nvSpPr>
          <p:cNvPr id="1999" name="文本框 23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00" name="文本框 29"/>
          <p:cNvSpPr txBox="1"/>
          <p:nvPr/>
        </p:nvSpPr>
        <p:spPr>
          <a:xfrm>
            <a:off x="4424807" y="2279698"/>
            <a:ext cx="3326434" cy="864980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IVE - After LIKE (Cut Ver.) [In LOVE 1.05x]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Miaurichesu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001" name="文本框 30"/>
          <p:cNvSpPr txBox="1"/>
          <p:nvPr/>
        </p:nvSpPr>
        <p:spPr>
          <a:xfrm>
            <a:off x="4424807" y="3219721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1:47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131.25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4.37</a:t>
            </a:r>
            <a:endParaRPr/>
          </a:p>
        </p:txBody>
      </p:sp>
      <p:sp>
        <p:nvSpPr>
          <p:cNvPr id="2002" name="文本框 32"/>
          <p:cNvSpPr txBox="1"/>
          <p:nvPr/>
        </p:nvSpPr>
        <p:spPr>
          <a:xfrm>
            <a:off x="6067329" y="3219721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1,772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1,774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2003" name="文本框 2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04" name="文本框 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05" name="文本框 6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06" name="文本框 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07" name="文本框 17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08" name="文本框 21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09" name="文本框 34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10" name="文本框 35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11" name="文本框 36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12" name="文本框 38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13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14" name="文本框 40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15" name="文本框 41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16" name="文本框 42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17" name="矩形 43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18" name="矩形 44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19" name="文本框 45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020" name="文本框 46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021" name="矩形 47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22" name="文本框 48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023" name="矩形 49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24" name="文本框 50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025" name="矩形 51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26" name="文本框 52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20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9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2030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2031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2032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2033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2034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2035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2036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2037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2038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39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0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1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2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3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44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045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2046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7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8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9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0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51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2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53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054" name="文本框 176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55" name="文本框 177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56" name="文本框 178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57" name="文本框 17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58" name="文本框 18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59" name="文本框 181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60" name="文本框 182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61" name="文本框 183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62" name="文本框 184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63" name="文本框 185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64" name="文本框 186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65" name="文本框 187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66" name="文本框 188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67" name="文本框 189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68" name="文本框 190"/>
          <p:cNvSpPr txBox="1"/>
          <p:nvPr/>
        </p:nvSpPr>
        <p:spPr>
          <a:xfrm>
            <a:off x="841309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69" name="矩形 171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70" name="矩形 172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71" name="文本框 173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072" name="文本框 174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073" name="矩形 162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74" name="文本框 163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075" name="矩形 164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76" name="文本框 165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077" name="矩形 166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78" name="文本框 168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079" name="文本框 19"/>
          <p:cNvSpPr txBox="1"/>
          <p:nvPr/>
        </p:nvSpPr>
        <p:spPr>
          <a:xfrm>
            <a:off x="8507115" y="2717189"/>
            <a:ext cx="2647463" cy="1423622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  <a:p>
            <a:pPr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Pick</a:t>
            </a:r>
            <a:endParaRPr/>
          </a:p>
        </p:txBody>
      </p:sp>
      <p:pic>
        <p:nvPicPr>
          <p:cNvPr id="2080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930656"/>
            <a:ext cx="3318825" cy="921895"/>
          </a:xfrm>
          <a:prstGeom prst="rect">
            <a:avLst/>
          </a:prstGeom>
        </p:spPr>
      </p:pic>
      <p:sp>
        <p:nvSpPr>
          <p:cNvPr id="2081" name="文本框 3"/>
          <p:cNvSpPr txBox="1"/>
          <p:nvPr/>
        </p:nvSpPr>
        <p:spPr>
          <a:xfrm>
            <a:off x="7126421" y="192931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082" name="文本框 6"/>
          <p:cNvSpPr txBox="1"/>
          <p:nvPr/>
        </p:nvSpPr>
        <p:spPr>
          <a:xfrm>
            <a:off x="4424807" y="2904448"/>
            <a:ext cx="3326434" cy="1141979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Polyphia - Ego Death feat. Steve Vai (Cut Ver.) [Identity feat. Razzy]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rikan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083" name="文本框 9"/>
          <p:cNvSpPr txBox="1"/>
          <p:nvPr/>
        </p:nvSpPr>
        <p:spPr>
          <a:xfrm>
            <a:off x="4424807" y="4074532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4:03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128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4.65</a:t>
            </a:r>
            <a:endParaRPr/>
          </a:p>
        </p:txBody>
      </p:sp>
      <p:sp>
        <p:nvSpPr>
          <p:cNvPr id="2084" name="文本框 17"/>
          <p:cNvSpPr txBox="1"/>
          <p:nvPr/>
        </p:nvSpPr>
        <p:spPr>
          <a:xfrm>
            <a:off x="6067329" y="4074532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1,400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1,276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3,952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20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7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2088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2089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2090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2091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2092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2093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2094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2095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2096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97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8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99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0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1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02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103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2104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5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6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7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8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09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0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111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112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2113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2,982,474</a:t>
              </a:r>
              <a:endParaRPr/>
            </a:p>
          </p:txBody>
        </p:sp>
        <p:sp>
          <p:nvSpPr>
            <p:cNvPr id="2114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2,984,239</a:t>
              </a:r>
              <a:endParaRPr/>
            </a:p>
          </p:txBody>
        </p:sp>
      </p:grpSp>
      <p:sp>
        <p:nvSpPr>
          <p:cNvPr id="2115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116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2117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995,275</a:t>
              </a:r>
              <a:endParaRPr/>
            </a:p>
          </p:txBody>
        </p:sp>
        <p:grpSp>
          <p:nvGrpSpPr>
            <p:cNvPr id="2118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2119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/>
              </a:p>
            </p:txBody>
          </p:sp>
          <p:sp>
            <p:nvSpPr>
              <p:cNvPr id="2120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2121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2122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2123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995,513</a:t>
              </a:r>
              <a:endParaRPr/>
            </a:p>
          </p:txBody>
        </p:sp>
      </p:grpSp>
      <p:grpSp>
        <p:nvGrpSpPr>
          <p:cNvPr id="2124" name="组合 150"/>
          <p:cNvGrpSpPr/>
          <p:nvPr/>
        </p:nvGrpSpPr>
        <p:grpSpPr>
          <a:xfrm>
            <a:off x="497715" y="2314016"/>
            <a:ext cx="11263199" cy="1010989"/>
            <a:chOff x="497715" y="3058040"/>
            <a:chExt cx="11263199" cy="1010989"/>
          </a:xfrm>
        </p:grpSpPr>
        <p:grpSp>
          <p:nvGrpSpPr>
            <p:cNvPr id="2125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2126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994,436</a:t>
                </a:r>
                <a:endParaRPr/>
              </a:p>
            </p:txBody>
          </p:sp>
          <p:grpSp>
            <p:nvGrpSpPr>
              <p:cNvPr id="2127" name="组合 117"/>
              <p:cNvGrpSpPr/>
              <p:nvPr/>
            </p:nvGrpSpPr>
            <p:grpSpPr>
              <a:xfrm>
                <a:off x="487946" y="1333254"/>
                <a:ext cx="1167090" cy="430887"/>
                <a:chOff x="487946" y="1333254"/>
                <a:chExt cx="1167090" cy="430887"/>
              </a:xfrm>
            </p:grpSpPr>
            <p:sp>
              <p:nvSpPr>
                <p:cNvPr id="2128" name="文本框 118"/>
                <p:cNvSpPr txBox="1"/>
                <p:nvPr/>
              </p:nvSpPr>
              <p:spPr>
                <a:xfrm>
                  <a:off x="784285" y="1333254"/>
                  <a:ext cx="87075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Vixile</a:t>
                  </a:r>
                  <a:endParaRPr/>
                </a:p>
              </p:txBody>
            </p:sp>
            <p:sp>
              <p:nvSpPr>
                <p:cNvPr id="2129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2130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2131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2132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2133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994,440</a:t>
                </a:r>
                <a:endParaRPr/>
              </a:p>
            </p:txBody>
          </p:sp>
        </p:grpSp>
      </p:grpSp>
      <p:grpSp>
        <p:nvGrpSpPr>
          <p:cNvPr id="2134" name="组合 152"/>
          <p:cNvGrpSpPr/>
          <p:nvPr/>
        </p:nvGrpSpPr>
        <p:grpSpPr>
          <a:xfrm>
            <a:off x="487946" y="3410891"/>
            <a:ext cx="11267643" cy="1050400"/>
            <a:chOff x="487946" y="4086751"/>
            <a:chExt cx="11267643" cy="1050400"/>
          </a:xfrm>
        </p:grpSpPr>
        <p:grpSp>
          <p:nvGrpSpPr>
            <p:cNvPr id="2135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2136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992,763</a:t>
                </a:r>
                <a:endParaRPr/>
              </a:p>
            </p:txBody>
          </p:sp>
          <p:grpSp>
            <p:nvGrpSpPr>
              <p:cNvPr id="2137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2138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2139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2140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2141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2142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2143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994,286</a:t>
                </a:r>
                <a:endParaRPr/>
              </a:p>
            </p:txBody>
          </p:sp>
        </p:grpSp>
      </p:grpSp>
      <p:sp>
        <p:nvSpPr>
          <p:cNvPr id="2144" name="文本框 176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45" name="文本框 177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46" name="文本框 178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47" name="文本框 17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48" name="文本框 18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49" name="文本框 181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50" name="文本框 182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51" name="文本框 183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52" name="文本框 184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53" name="文本框 185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54" name="文本框 186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55" name="文本框 187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56" name="文本框 188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57" name="文本框 189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58" name="文本框 190"/>
          <p:cNvSpPr txBox="1"/>
          <p:nvPr/>
        </p:nvSpPr>
        <p:spPr>
          <a:xfrm>
            <a:off x="841309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59" name="矩形 171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60" name="矩形 172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61" name="文本框 173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162" name="文本框 174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163" name="矩形 162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64" name="文本框 163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165" name="矩形 164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66" name="文本框 165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167" name="矩形 166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68" name="矩形 167"/>
          <p:cNvSpPr/>
          <p:nvPr/>
        </p:nvSpPr>
        <p:spPr>
          <a:xfrm>
            <a:off x="8413694" y="620330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69" name="文本框 168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170" name="文本框 169"/>
          <p:cNvSpPr txBox="1"/>
          <p:nvPr/>
        </p:nvSpPr>
        <p:spPr>
          <a:xfrm>
            <a:off x="8408304" y="6170199"/>
            <a:ext cx="572593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2171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5"/>
          </a:xfrm>
          <a:prstGeom prst="rect">
            <a:avLst/>
          </a:prstGeom>
        </p:spPr>
      </p:pic>
      <p:sp>
        <p:nvSpPr>
          <p:cNvPr id="2172" name="文本框 34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73" name="文本框 35"/>
          <p:cNvSpPr txBox="1"/>
          <p:nvPr/>
        </p:nvSpPr>
        <p:spPr>
          <a:xfrm>
            <a:off x="4424807" y="2279698"/>
            <a:ext cx="3326434" cy="1141979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Polyphia - Ego Death feat. Steve Vai (Cut Ver.) [Identity feat. Razzy]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rikan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174" name="文本框 36"/>
          <p:cNvSpPr txBox="1"/>
          <p:nvPr/>
        </p:nvSpPr>
        <p:spPr>
          <a:xfrm>
            <a:off x="4424807" y="3449782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4:03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128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4.65</a:t>
            </a:r>
            <a:endParaRPr/>
          </a:p>
        </p:txBody>
      </p:sp>
      <p:sp>
        <p:nvSpPr>
          <p:cNvPr id="2175" name="文本框 38"/>
          <p:cNvSpPr txBox="1"/>
          <p:nvPr/>
        </p:nvSpPr>
        <p:spPr>
          <a:xfrm>
            <a:off x="6067329" y="3449782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1,400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1,276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3,952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2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8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2179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2180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2181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2182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2183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2184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2185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2186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2187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88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9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90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1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2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93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194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2195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6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7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8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9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00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1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202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203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2204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2,982,474</a:t>
              </a:r>
              <a:endParaRPr/>
            </a:p>
          </p:txBody>
        </p:sp>
        <p:sp>
          <p:nvSpPr>
            <p:cNvPr id="2205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2,984,239</a:t>
              </a:r>
              <a:endParaRPr/>
            </a:p>
          </p:txBody>
        </p:sp>
      </p:grpSp>
      <p:sp>
        <p:nvSpPr>
          <p:cNvPr id="2206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207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2208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995,275</a:t>
              </a:r>
              <a:endParaRPr/>
            </a:p>
          </p:txBody>
        </p:sp>
        <p:grpSp>
          <p:nvGrpSpPr>
            <p:cNvPr id="2209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2210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/>
              </a:p>
            </p:txBody>
          </p:sp>
          <p:sp>
            <p:nvSpPr>
              <p:cNvPr id="2211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2212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2213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2214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995,513</a:t>
              </a:r>
              <a:endParaRPr/>
            </a:p>
          </p:txBody>
        </p:sp>
      </p:grpSp>
      <p:grpSp>
        <p:nvGrpSpPr>
          <p:cNvPr id="2215" name="组合 148"/>
          <p:cNvGrpSpPr/>
          <p:nvPr/>
        </p:nvGrpSpPr>
        <p:grpSpPr>
          <a:xfrm>
            <a:off x="419418" y="1757118"/>
            <a:ext cx="11431462" cy="1344422"/>
            <a:chOff x="419418" y="1757118"/>
            <a:chExt cx="11431462" cy="1344422"/>
          </a:xfrm>
        </p:grpSpPr>
        <p:grpSp>
          <p:nvGrpSpPr>
            <p:cNvPr id="2216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2217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2218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3,595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357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  <p:sp>
          <p:nvSpPr>
            <p:cNvPr id="2219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99.85%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</a:rPr>
                <a:t>3,952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20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99.86%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</a:rPr>
                <a:t>3,952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221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2222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2223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3,613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339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2224" name="组合 150"/>
          <p:cNvGrpSpPr/>
          <p:nvPr/>
        </p:nvGrpSpPr>
        <p:grpSpPr>
          <a:xfrm>
            <a:off x="497715" y="3058040"/>
            <a:ext cx="11263199" cy="1010989"/>
            <a:chOff x="497715" y="3058040"/>
            <a:chExt cx="11263199" cy="1010989"/>
          </a:xfrm>
        </p:grpSpPr>
        <p:grpSp>
          <p:nvGrpSpPr>
            <p:cNvPr id="2225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2226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994,436</a:t>
                </a:r>
                <a:endParaRPr/>
              </a:p>
            </p:txBody>
          </p:sp>
          <p:grpSp>
            <p:nvGrpSpPr>
              <p:cNvPr id="2227" name="组合 117"/>
              <p:cNvGrpSpPr/>
              <p:nvPr/>
            </p:nvGrpSpPr>
            <p:grpSpPr>
              <a:xfrm>
                <a:off x="487946" y="1333254"/>
                <a:ext cx="1167090" cy="430887"/>
                <a:chOff x="487946" y="1333254"/>
                <a:chExt cx="1167090" cy="430887"/>
              </a:xfrm>
            </p:grpSpPr>
            <p:sp>
              <p:nvSpPr>
                <p:cNvPr id="2228" name="文本框 118"/>
                <p:cNvSpPr txBox="1"/>
                <p:nvPr/>
              </p:nvSpPr>
              <p:spPr>
                <a:xfrm>
                  <a:off x="784285" y="1333254"/>
                  <a:ext cx="87075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Vixile</a:t>
                  </a:r>
                  <a:endParaRPr/>
                </a:p>
              </p:txBody>
            </p:sp>
            <p:sp>
              <p:nvSpPr>
                <p:cNvPr id="2229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2230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2231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2232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2233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994,440</a:t>
                </a:r>
                <a:endParaRPr/>
              </a:p>
            </p:txBody>
          </p:sp>
        </p:grpSp>
      </p:grpSp>
      <p:grpSp>
        <p:nvGrpSpPr>
          <p:cNvPr id="2234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2235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2236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992,763</a:t>
                </a:r>
                <a:endParaRPr/>
              </a:p>
            </p:txBody>
          </p:sp>
          <p:grpSp>
            <p:nvGrpSpPr>
              <p:cNvPr id="2237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2238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2239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2240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2241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2242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2243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994,286</a:t>
                </a:r>
                <a:endParaRPr/>
              </a:p>
            </p:txBody>
          </p:sp>
        </p:grpSp>
      </p:grpSp>
      <p:grpSp>
        <p:nvGrpSpPr>
          <p:cNvPr id="2244" name="组合 18"/>
          <p:cNvGrpSpPr/>
          <p:nvPr/>
        </p:nvGrpSpPr>
        <p:grpSpPr>
          <a:xfrm>
            <a:off x="371659" y="1304560"/>
            <a:ext cx="11469907" cy="1796980"/>
            <a:chOff x="371659" y="1304560"/>
            <a:chExt cx="11469907" cy="1796980"/>
          </a:xfrm>
        </p:grpSpPr>
        <p:sp>
          <p:nvSpPr>
            <p:cNvPr id="2245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6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247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5"/>
          </a:xfrm>
          <a:prstGeom prst="rect">
            <a:avLst/>
          </a:prstGeom>
        </p:spPr>
      </p:pic>
      <p:sp>
        <p:nvSpPr>
          <p:cNvPr id="2248" name="文本框 34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49" name="文本框 35"/>
          <p:cNvSpPr txBox="1"/>
          <p:nvPr/>
        </p:nvSpPr>
        <p:spPr>
          <a:xfrm>
            <a:off x="4424807" y="2279698"/>
            <a:ext cx="3326434" cy="1141979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Polyphia - Ego Death feat. Steve Vai (Cut Ver.) [Identity feat. Razzy]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rikan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250" name="文本框 36"/>
          <p:cNvSpPr txBox="1"/>
          <p:nvPr/>
        </p:nvSpPr>
        <p:spPr>
          <a:xfrm>
            <a:off x="4424807" y="3449782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4:03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128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4.65</a:t>
            </a:r>
            <a:endParaRPr/>
          </a:p>
        </p:txBody>
      </p:sp>
      <p:sp>
        <p:nvSpPr>
          <p:cNvPr id="2251" name="文本框 38"/>
          <p:cNvSpPr txBox="1"/>
          <p:nvPr/>
        </p:nvSpPr>
        <p:spPr>
          <a:xfrm>
            <a:off x="6067329" y="3449782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1,400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1,276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3,952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2252" name="文本框 39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53" name="文本框 40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54" name="文本框 41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55" name="文本框 42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56" name="文本框 43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57" name="文本框 44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58" name="文本框 45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59" name="文本框 46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60" name="文本框 47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61" name="文本框 48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62" name="文本框 4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63" name="文本框 50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64" name="文本框 51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65" name="文本框 52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66" name="文本框 53"/>
          <p:cNvSpPr txBox="1"/>
          <p:nvPr/>
        </p:nvSpPr>
        <p:spPr>
          <a:xfrm>
            <a:off x="841309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67" name="矩形 54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68" name="矩形 55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69" name="文本框 56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270" name="文本框 57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271" name="矩形 58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72" name="文本框 59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273" name="矩形 60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74" name="文本框 61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275" name="矩形 62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76" name="矩形 63"/>
          <p:cNvSpPr/>
          <p:nvPr/>
        </p:nvSpPr>
        <p:spPr>
          <a:xfrm>
            <a:off x="8413694" y="620330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77" name="文本框 64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278" name="文本框 65"/>
          <p:cNvSpPr txBox="1"/>
          <p:nvPr/>
        </p:nvSpPr>
        <p:spPr>
          <a:xfrm>
            <a:off x="8408304" y="6170199"/>
            <a:ext cx="572593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22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1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2282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2283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2284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2285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2286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2287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2288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2289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2290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91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2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93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4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5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96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297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2298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9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0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1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02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03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4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305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306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2307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2,982,474</a:t>
              </a:r>
              <a:endParaRPr/>
            </a:p>
          </p:txBody>
        </p:sp>
        <p:sp>
          <p:nvSpPr>
            <p:cNvPr id="2308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2,984,239</a:t>
              </a:r>
              <a:endParaRPr/>
            </a:p>
          </p:txBody>
        </p:sp>
      </p:grpSp>
      <p:sp>
        <p:nvSpPr>
          <p:cNvPr id="2309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310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2311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995,275</a:t>
              </a:r>
              <a:endParaRPr/>
            </a:p>
          </p:txBody>
        </p:sp>
        <p:grpSp>
          <p:nvGrpSpPr>
            <p:cNvPr id="2312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2313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/>
              </a:p>
            </p:txBody>
          </p:sp>
          <p:sp>
            <p:nvSpPr>
              <p:cNvPr id="2314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2315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2316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2317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995,513</a:t>
              </a:r>
              <a:endParaRPr/>
            </a:p>
          </p:txBody>
        </p:sp>
      </p:grpSp>
      <p:grpSp>
        <p:nvGrpSpPr>
          <p:cNvPr id="2318" name="组合 148"/>
          <p:cNvGrpSpPr/>
          <p:nvPr/>
        </p:nvGrpSpPr>
        <p:grpSpPr>
          <a:xfrm>
            <a:off x="419418" y="2716963"/>
            <a:ext cx="11431462" cy="1344422"/>
            <a:chOff x="419418" y="1757118"/>
            <a:chExt cx="11431462" cy="1344422"/>
          </a:xfrm>
        </p:grpSpPr>
        <p:grpSp>
          <p:nvGrpSpPr>
            <p:cNvPr id="2319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2320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2321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3,574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376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  <p:sp>
          <p:nvSpPr>
            <p:cNvPr id="2322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99.83%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</a:rPr>
                <a:t>3,952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23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99.83%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</a:rPr>
                <a:t>3,952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324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2325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2326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3,553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398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2327" name="组合 150"/>
          <p:cNvGrpSpPr/>
          <p:nvPr/>
        </p:nvGrpSpPr>
        <p:grpSpPr>
          <a:xfrm>
            <a:off x="497715" y="2314016"/>
            <a:ext cx="11263199" cy="1010989"/>
            <a:chOff x="497715" y="3058040"/>
            <a:chExt cx="11263199" cy="1010989"/>
          </a:xfrm>
        </p:grpSpPr>
        <p:grpSp>
          <p:nvGrpSpPr>
            <p:cNvPr id="2328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2329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994,436</a:t>
                </a:r>
                <a:endParaRPr/>
              </a:p>
            </p:txBody>
          </p:sp>
          <p:grpSp>
            <p:nvGrpSpPr>
              <p:cNvPr id="2330" name="组合 117"/>
              <p:cNvGrpSpPr/>
              <p:nvPr/>
            </p:nvGrpSpPr>
            <p:grpSpPr>
              <a:xfrm>
                <a:off x="487946" y="1333254"/>
                <a:ext cx="1167090" cy="430887"/>
                <a:chOff x="487946" y="1333254"/>
                <a:chExt cx="1167090" cy="430887"/>
              </a:xfrm>
            </p:grpSpPr>
            <p:sp>
              <p:nvSpPr>
                <p:cNvPr id="2331" name="文本框 118"/>
                <p:cNvSpPr txBox="1"/>
                <p:nvPr/>
              </p:nvSpPr>
              <p:spPr>
                <a:xfrm>
                  <a:off x="784285" y="1333254"/>
                  <a:ext cx="87075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Vixile</a:t>
                  </a:r>
                  <a:endParaRPr/>
                </a:p>
              </p:txBody>
            </p:sp>
            <p:sp>
              <p:nvSpPr>
                <p:cNvPr id="2332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2333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2334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2335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2336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994,440</a:t>
                </a:r>
                <a:endParaRPr/>
              </a:p>
            </p:txBody>
          </p:sp>
        </p:grpSp>
      </p:grpSp>
      <p:grpSp>
        <p:nvGrpSpPr>
          <p:cNvPr id="2337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2338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2339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992,763</a:t>
                </a:r>
                <a:endParaRPr/>
              </a:p>
            </p:txBody>
          </p:sp>
          <p:grpSp>
            <p:nvGrpSpPr>
              <p:cNvPr id="2340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2341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2342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2343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2344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2345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2346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994,286</a:t>
                </a:r>
                <a:endParaRPr/>
              </a:p>
            </p:txBody>
          </p:sp>
        </p:grpSp>
      </p:grpSp>
      <p:grpSp>
        <p:nvGrpSpPr>
          <p:cNvPr id="2347" name="组合 18"/>
          <p:cNvGrpSpPr/>
          <p:nvPr/>
        </p:nvGrpSpPr>
        <p:grpSpPr>
          <a:xfrm>
            <a:off x="371659" y="2292810"/>
            <a:ext cx="11469907" cy="1796980"/>
            <a:chOff x="371659" y="1304560"/>
            <a:chExt cx="11469907" cy="1796980"/>
          </a:xfrm>
        </p:grpSpPr>
        <p:sp>
          <p:nvSpPr>
            <p:cNvPr id="2348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9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350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5"/>
          </a:xfrm>
          <a:prstGeom prst="rect">
            <a:avLst/>
          </a:prstGeom>
        </p:spPr>
      </p:pic>
      <p:sp>
        <p:nvSpPr>
          <p:cNvPr id="2351" name="文本框 34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52" name="文本框 35"/>
          <p:cNvSpPr txBox="1"/>
          <p:nvPr/>
        </p:nvSpPr>
        <p:spPr>
          <a:xfrm>
            <a:off x="4424807" y="2279698"/>
            <a:ext cx="3326434" cy="1141979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Polyphia - Ego Death feat. Steve Vai (Cut Ver.) [Identity feat. Razzy]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rikan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353" name="文本框 36"/>
          <p:cNvSpPr txBox="1"/>
          <p:nvPr/>
        </p:nvSpPr>
        <p:spPr>
          <a:xfrm>
            <a:off x="4424807" y="3449782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4:03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128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4.65</a:t>
            </a:r>
            <a:endParaRPr/>
          </a:p>
        </p:txBody>
      </p:sp>
      <p:sp>
        <p:nvSpPr>
          <p:cNvPr id="2354" name="文本框 38"/>
          <p:cNvSpPr txBox="1"/>
          <p:nvPr/>
        </p:nvSpPr>
        <p:spPr>
          <a:xfrm>
            <a:off x="6067329" y="3449782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1,400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1,276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3,952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2355" name="文本框 2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56" name="文本框 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57" name="文本框 6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58" name="文本框 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59" name="文本框 17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60" name="文本框 22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61" name="文本框 23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62" name="文本框 29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63" name="文本框 30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64" name="文本框 32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65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66" name="文本框 40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67" name="文本框 41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68" name="文本框 42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69" name="文本框 43"/>
          <p:cNvSpPr txBox="1"/>
          <p:nvPr/>
        </p:nvSpPr>
        <p:spPr>
          <a:xfrm>
            <a:off x="841309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70" name="矩形 44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71" name="矩形 45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72" name="文本框 46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373" name="文本框 47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374" name="矩形 48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75" name="文本框 49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376" name="矩形 50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77" name="文本框 51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378" name="矩形 52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79" name="矩形 53"/>
          <p:cNvSpPr/>
          <p:nvPr/>
        </p:nvSpPr>
        <p:spPr>
          <a:xfrm>
            <a:off x="8413694" y="620330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80" name="文本框 54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381" name="文本框 55"/>
          <p:cNvSpPr txBox="1"/>
          <p:nvPr/>
        </p:nvSpPr>
        <p:spPr>
          <a:xfrm>
            <a:off x="8408304" y="6170199"/>
            <a:ext cx="572593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2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4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2385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2386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2387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2388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2389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2390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2391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2392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2393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94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5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96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7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8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99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400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2401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2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3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4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5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06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7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408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409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2410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2,982,474</a:t>
              </a:r>
              <a:endParaRPr/>
            </a:p>
          </p:txBody>
        </p:sp>
        <p:sp>
          <p:nvSpPr>
            <p:cNvPr id="2411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2,984,239</a:t>
              </a:r>
              <a:endParaRPr/>
            </a:p>
          </p:txBody>
        </p:sp>
      </p:grpSp>
      <p:sp>
        <p:nvSpPr>
          <p:cNvPr id="2412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413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2414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995,275</a:t>
              </a:r>
              <a:endParaRPr/>
            </a:p>
          </p:txBody>
        </p:sp>
        <p:grpSp>
          <p:nvGrpSpPr>
            <p:cNvPr id="2415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2416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/>
              </a:p>
            </p:txBody>
          </p:sp>
          <p:sp>
            <p:nvSpPr>
              <p:cNvPr id="2417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2418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2419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2420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995,513</a:t>
              </a:r>
              <a:endParaRPr/>
            </a:p>
          </p:txBody>
        </p:sp>
      </p:grpSp>
      <p:grpSp>
        <p:nvGrpSpPr>
          <p:cNvPr id="2421" name="组合 148"/>
          <p:cNvGrpSpPr/>
          <p:nvPr/>
        </p:nvGrpSpPr>
        <p:grpSpPr>
          <a:xfrm>
            <a:off x="419418" y="3807438"/>
            <a:ext cx="11431462" cy="1344422"/>
            <a:chOff x="419418" y="1757118"/>
            <a:chExt cx="11431462" cy="1344422"/>
          </a:xfrm>
        </p:grpSpPr>
        <p:grpSp>
          <p:nvGrpSpPr>
            <p:cNvPr id="2422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2423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2424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3,532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414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6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  <p:sp>
          <p:nvSpPr>
            <p:cNvPr id="2425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99.78%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</a:rPr>
                <a:t>3,952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26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99.82%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</a:rPr>
                <a:t>3,952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427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2428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2429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3,520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432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2430" name="组合 150"/>
          <p:cNvGrpSpPr/>
          <p:nvPr/>
        </p:nvGrpSpPr>
        <p:grpSpPr>
          <a:xfrm>
            <a:off x="497715" y="2314016"/>
            <a:ext cx="11263199" cy="1010989"/>
            <a:chOff x="497715" y="3058040"/>
            <a:chExt cx="11263199" cy="1010989"/>
          </a:xfrm>
        </p:grpSpPr>
        <p:grpSp>
          <p:nvGrpSpPr>
            <p:cNvPr id="2431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2432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994,436</a:t>
                </a:r>
                <a:endParaRPr/>
              </a:p>
            </p:txBody>
          </p:sp>
          <p:grpSp>
            <p:nvGrpSpPr>
              <p:cNvPr id="2433" name="组合 117"/>
              <p:cNvGrpSpPr/>
              <p:nvPr/>
            </p:nvGrpSpPr>
            <p:grpSpPr>
              <a:xfrm>
                <a:off x="487946" y="1333254"/>
                <a:ext cx="1167090" cy="430887"/>
                <a:chOff x="487946" y="1333254"/>
                <a:chExt cx="1167090" cy="430887"/>
              </a:xfrm>
            </p:grpSpPr>
            <p:sp>
              <p:nvSpPr>
                <p:cNvPr id="2434" name="文本框 118"/>
                <p:cNvSpPr txBox="1"/>
                <p:nvPr/>
              </p:nvSpPr>
              <p:spPr>
                <a:xfrm>
                  <a:off x="784285" y="1333254"/>
                  <a:ext cx="87075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Vixile</a:t>
                  </a:r>
                  <a:endParaRPr/>
                </a:p>
              </p:txBody>
            </p:sp>
            <p:sp>
              <p:nvSpPr>
                <p:cNvPr id="2435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2436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2437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2438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2439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994,440</a:t>
                </a:r>
                <a:endParaRPr/>
              </a:p>
            </p:txBody>
          </p:sp>
        </p:grpSp>
      </p:grpSp>
      <p:grpSp>
        <p:nvGrpSpPr>
          <p:cNvPr id="2440" name="组合 152"/>
          <p:cNvGrpSpPr/>
          <p:nvPr/>
        </p:nvGrpSpPr>
        <p:grpSpPr>
          <a:xfrm>
            <a:off x="487946" y="3410891"/>
            <a:ext cx="11267643" cy="1050400"/>
            <a:chOff x="487946" y="4086751"/>
            <a:chExt cx="11267643" cy="1050400"/>
          </a:xfrm>
        </p:grpSpPr>
        <p:grpSp>
          <p:nvGrpSpPr>
            <p:cNvPr id="2441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2442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992,763</a:t>
                </a:r>
                <a:endParaRPr/>
              </a:p>
            </p:txBody>
          </p:sp>
          <p:grpSp>
            <p:nvGrpSpPr>
              <p:cNvPr id="2443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2444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2445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2446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2447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2448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2449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994,286</a:t>
                </a:r>
                <a:endParaRPr/>
              </a:p>
            </p:txBody>
          </p:sp>
        </p:grpSp>
      </p:grpSp>
      <p:grpSp>
        <p:nvGrpSpPr>
          <p:cNvPr id="2450" name="组合 18"/>
          <p:cNvGrpSpPr/>
          <p:nvPr/>
        </p:nvGrpSpPr>
        <p:grpSpPr>
          <a:xfrm>
            <a:off x="371659" y="3388962"/>
            <a:ext cx="11469907" cy="1796980"/>
            <a:chOff x="371659" y="1304560"/>
            <a:chExt cx="11469907" cy="1796980"/>
          </a:xfrm>
        </p:grpSpPr>
        <p:sp>
          <p:nvSpPr>
            <p:cNvPr id="2451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2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453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5"/>
          </a:xfrm>
          <a:prstGeom prst="rect">
            <a:avLst/>
          </a:prstGeom>
        </p:spPr>
      </p:pic>
      <p:sp>
        <p:nvSpPr>
          <p:cNvPr id="2454" name="文本框 34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55" name="文本框 35"/>
          <p:cNvSpPr txBox="1"/>
          <p:nvPr/>
        </p:nvSpPr>
        <p:spPr>
          <a:xfrm>
            <a:off x="4424807" y="2279698"/>
            <a:ext cx="3326434" cy="1141979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Polyphia - Ego Death feat. Steve Vai (Cut Ver.) [Identity feat. Razzy]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rikan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456" name="文本框 36"/>
          <p:cNvSpPr txBox="1"/>
          <p:nvPr/>
        </p:nvSpPr>
        <p:spPr>
          <a:xfrm>
            <a:off x="4424807" y="3449782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4:03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128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4.65</a:t>
            </a:r>
            <a:endParaRPr/>
          </a:p>
        </p:txBody>
      </p:sp>
      <p:sp>
        <p:nvSpPr>
          <p:cNvPr id="2457" name="文本框 38"/>
          <p:cNvSpPr txBox="1"/>
          <p:nvPr/>
        </p:nvSpPr>
        <p:spPr>
          <a:xfrm>
            <a:off x="6067329" y="3449782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1,400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1,276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3,952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2458" name="文本框 2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59" name="文本框 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60" name="文本框 6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61" name="文本框 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62" name="文本框 17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63" name="文本框 22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64" name="文本框 23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65" name="文本框 29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66" name="文本框 30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67" name="文本框 32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68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69" name="文本框 40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70" name="文本框 41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71" name="文本框 42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72" name="文本框 43"/>
          <p:cNvSpPr txBox="1"/>
          <p:nvPr/>
        </p:nvSpPr>
        <p:spPr>
          <a:xfrm>
            <a:off x="841309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73" name="矩形 44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74" name="矩形 45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75" name="文本框 46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476" name="文本框 47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477" name="矩形 48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78" name="文本框 49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479" name="矩形 50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80" name="文本框 51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481" name="矩形 52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82" name="矩形 53"/>
          <p:cNvSpPr/>
          <p:nvPr/>
        </p:nvSpPr>
        <p:spPr>
          <a:xfrm>
            <a:off x="8413694" y="620330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83" name="文本框 54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484" name="文本框 55"/>
          <p:cNvSpPr txBox="1"/>
          <p:nvPr/>
        </p:nvSpPr>
        <p:spPr>
          <a:xfrm>
            <a:off x="8408304" y="6170199"/>
            <a:ext cx="572593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24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7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2488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2489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2490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2491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2492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2493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2494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2495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2496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97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8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99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0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1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02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503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2504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5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6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7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8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09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10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511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512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2513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2,982,474</a:t>
              </a:r>
              <a:endParaRPr/>
            </a:p>
          </p:txBody>
        </p:sp>
        <p:sp>
          <p:nvSpPr>
            <p:cNvPr id="2514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2,984,239</a:t>
              </a:r>
              <a:endParaRPr/>
            </a:p>
          </p:txBody>
        </p:sp>
      </p:grpSp>
      <p:sp>
        <p:nvSpPr>
          <p:cNvPr id="2515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516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2517" name="文本框 26"/>
            <p:cNvSpPr txBox="1"/>
            <p:nvPr/>
          </p:nvSpPr>
          <p:spPr>
            <a:xfrm>
              <a:off x="1738802" y="173420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995,275</a:t>
              </a:r>
              <a:endParaRPr/>
            </a:p>
          </p:txBody>
        </p:sp>
        <p:grpSp>
          <p:nvGrpSpPr>
            <p:cNvPr id="2518" name="组合 37"/>
            <p:cNvGrpSpPr/>
            <p:nvPr/>
          </p:nvGrpSpPr>
          <p:grpSpPr>
            <a:xfrm>
              <a:off x="487946" y="1333254"/>
              <a:ext cx="2520025" cy="430887"/>
              <a:chOff x="487946" y="1333254"/>
              <a:chExt cx="2520025" cy="430887"/>
            </a:xfrm>
          </p:grpSpPr>
          <p:sp>
            <p:nvSpPr>
              <p:cNvPr id="2519" name="文本框 16"/>
              <p:cNvSpPr txBox="1"/>
              <p:nvPr/>
            </p:nvSpPr>
            <p:spPr>
              <a:xfrm>
                <a:off x="784285" y="1333254"/>
                <a:ext cx="222368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TriDoanGaming</a:t>
                </a:r>
                <a:endParaRPr/>
              </a:p>
            </p:txBody>
          </p:sp>
          <p:sp>
            <p:nvSpPr>
              <p:cNvPr id="2520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2521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2522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2523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995,513</a:t>
              </a:r>
              <a:endParaRPr/>
            </a:p>
          </p:txBody>
        </p:sp>
      </p:grpSp>
      <p:grpSp>
        <p:nvGrpSpPr>
          <p:cNvPr id="2524" name="组合 150"/>
          <p:cNvGrpSpPr/>
          <p:nvPr/>
        </p:nvGrpSpPr>
        <p:grpSpPr>
          <a:xfrm>
            <a:off x="497715" y="2314016"/>
            <a:ext cx="11263199" cy="1010989"/>
            <a:chOff x="497715" y="3058040"/>
            <a:chExt cx="11263199" cy="1010989"/>
          </a:xfrm>
        </p:grpSpPr>
        <p:grpSp>
          <p:nvGrpSpPr>
            <p:cNvPr id="2525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2526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994,436</a:t>
                </a:r>
                <a:endParaRPr/>
              </a:p>
            </p:txBody>
          </p:sp>
          <p:grpSp>
            <p:nvGrpSpPr>
              <p:cNvPr id="2527" name="组合 117"/>
              <p:cNvGrpSpPr/>
              <p:nvPr/>
            </p:nvGrpSpPr>
            <p:grpSpPr>
              <a:xfrm>
                <a:off x="487946" y="1333254"/>
                <a:ext cx="1167090" cy="430887"/>
                <a:chOff x="487946" y="1333254"/>
                <a:chExt cx="1167090" cy="430887"/>
              </a:xfrm>
            </p:grpSpPr>
            <p:sp>
              <p:nvSpPr>
                <p:cNvPr id="2528" name="文本框 118"/>
                <p:cNvSpPr txBox="1"/>
                <p:nvPr/>
              </p:nvSpPr>
              <p:spPr>
                <a:xfrm>
                  <a:off x="784285" y="1333254"/>
                  <a:ext cx="870751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Vixile</a:t>
                  </a:r>
                  <a:endParaRPr/>
                </a:p>
              </p:txBody>
            </p:sp>
            <p:sp>
              <p:nvSpPr>
                <p:cNvPr id="2529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2530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2531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2532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2533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994,440</a:t>
                </a:r>
                <a:endParaRPr/>
              </a:p>
            </p:txBody>
          </p:sp>
        </p:grpSp>
      </p:grpSp>
      <p:grpSp>
        <p:nvGrpSpPr>
          <p:cNvPr id="2534" name="组合 152"/>
          <p:cNvGrpSpPr/>
          <p:nvPr/>
        </p:nvGrpSpPr>
        <p:grpSpPr>
          <a:xfrm>
            <a:off x="487946" y="3410891"/>
            <a:ext cx="11267643" cy="1050400"/>
            <a:chOff x="487946" y="4086751"/>
            <a:chExt cx="11267643" cy="1050400"/>
          </a:xfrm>
        </p:grpSpPr>
        <p:grpSp>
          <p:nvGrpSpPr>
            <p:cNvPr id="2535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2536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992,763</a:t>
                </a:r>
                <a:endParaRPr/>
              </a:p>
            </p:txBody>
          </p:sp>
          <p:grpSp>
            <p:nvGrpSpPr>
              <p:cNvPr id="2537" name="组合 122"/>
              <p:cNvGrpSpPr/>
              <p:nvPr/>
            </p:nvGrpSpPr>
            <p:grpSpPr>
              <a:xfrm>
                <a:off x="487946" y="1333254"/>
                <a:ext cx="1343421" cy="430887"/>
                <a:chOff x="487946" y="1333254"/>
                <a:chExt cx="1343421" cy="430887"/>
              </a:xfrm>
            </p:grpSpPr>
            <p:sp>
              <p:nvSpPr>
                <p:cNvPr id="2538" name="文本框 123"/>
                <p:cNvSpPr txBox="1"/>
                <p:nvPr/>
              </p:nvSpPr>
              <p:spPr>
                <a:xfrm>
                  <a:off x="784285" y="1333254"/>
                  <a:ext cx="1047082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debuti</a:t>
                  </a:r>
                  <a:endParaRPr/>
                </a:p>
              </p:txBody>
            </p:sp>
            <p:sp>
              <p:nvSpPr>
                <p:cNvPr id="2539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3</a:t>
                  </a:r>
                  <a:endParaRPr/>
                </a:p>
              </p:txBody>
            </p:sp>
          </p:grpSp>
        </p:grpSp>
        <p:grpSp>
          <p:nvGrpSpPr>
            <p:cNvPr id="2540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2541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2542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2543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994,286</a:t>
                </a:r>
                <a:endParaRPr/>
              </a:p>
            </p:txBody>
          </p:sp>
        </p:grpSp>
      </p:grpSp>
      <p:pic>
        <p:nvPicPr>
          <p:cNvPr id="2544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5"/>
          </a:xfrm>
          <a:prstGeom prst="rect">
            <a:avLst/>
          </a:prstGeom>
        </p:spPr>
      </p:pic>
      <p:sp>
        <p:nvSpPr>
          <p:cNvPr id="2545" name="文本框 34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46" name="文本框 35"/>
          <p:cNvSpPr txBox="1"/>
          <p:nvPr/>
        </p:nvSpPr>
        <p:spPr>
          <a:xfrm>
            <a:off x="4424807" y="2279698"/>
            <a:ext cx="3326434" cy="1141979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Polyphia - Ego Death feat. Steve Vai (Cut Ver.) [Identity feat. Razzy]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rikan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547" name="文本框 36"/>
          <p:cNvSpPr txBox="1"/>
          <p:nvPr/>
        </p:nvSpPr>
        <p:spPr>
          <a:xfrm>
            <a:off x="4424807" y="3449782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4:03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128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4.65</a:t>
            </a:r>
            <a:endParaRPr/>
          </a:p>
        </p:txBody>
      </p:sp>
      <p:sp>
        <p:nvSpPr>
          <p:cNvPr id="2548" name="文本框 38"/>
          <p:cNvSpPr txBox="1"/>
          <p:nvPr/>
        </p:nvSpPr>
        <p:spPr>
          <a:xfrm>
            <a:off x="6067329" y="3449782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1,400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1,276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3,952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2549" name="文本框 2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50" name="文本框 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51" name="文本框 6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52" name="文本框 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53" name="文本框 17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54" name="文本框 22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55" name="文本框 23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56" name="文本框 29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57" name="文本框 30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58" name="文本框 32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59" name="文本框 39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60" name="文本框 40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61" name="文本框 41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62" name="文本框 42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63" name="文本框 43"/>
          <p:cNvSpPr txBox="1"/>
          <p:nvPr/>
        </p:nvSpPr>
        <p:spPr>
          <a:xfrm>
            <a:off x="841309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64" name="矩形 44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65" name="矩形 45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66" name="文本框 46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567" name="文本框 47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568" name="矩形 48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69" name="文本框 49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570" name="矩形 50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71" name="文本框 51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572" name="矩形 52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73" name="矩形 53"/>
          <p:cNvSpPr/>
          <p:nvPr/>
        </p:nvSpPr>
        <p:spPr>
          <a:xfrm>
            <a:off x="8413694" y="620330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74" name="文本框 54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575" name="文本框 55"/>
          <p:cNvSpPr txBox="1"/>
          <p:nvPr/>
        </p:nvSpPr>
        <p:spPr>
          <a:xfrm>
            <a:off x="8408304" y="6170199"/>
            <a:ext cx="572593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25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8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2579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2580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2581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2582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2583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2584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2585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2586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2587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88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89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0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1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2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93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594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2595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6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7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8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99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00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01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602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603" name="文本框 80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04" name="文本框 8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05" name="文本框 85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06" name="文本框 92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07" name="文本框 93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08" name="文本框 94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09" name="文本框 95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10" name="文本框 96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11" name="文本框 97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12" name="文本框 126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13" name="文本框 134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14" name="文本框 135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15" name="文本框 136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16" name="文本框 137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17" name="文本框 138"/>
          <p:cNvSpPr txBox="1"/>
          <p:nvPr/>
        </p:nvSpPr>
        <p:spPr>
          <a:xfrm>
            <a:off x="841309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18" name="文本框 139"/>
          <p:cNvSpPr txBox="1"/>
          <p:nvPr/>
        </p:nvSpPr>
        <p:spPr>
          <a:xfrm>
            <a:off x="906075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RC6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19" name="矩形 47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20" name="矩形 48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21" name="文本框 49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622" name="文本框 50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623" name="矩形 34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24" name="文本框 35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625" name="矩形 36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26" name="文本框 38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627" name="矩形 39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28" name="矩形 40"/>
          <p:cNvSpPr/>
          <p:nvPr/>
        </p:nvSpPr>
        <p:spPr>
          <a:xfrm>
            <a:off x="8413694" y="620330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29" name="文本框 41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630" name="文本框 42"/>
          <p:cNvSpPr txBox="1"/>
          <p:nvPr/>
        </p:nvSpPr>
        <p:spPr>
          <a:xfrm>
            <a:off x="8408304" y="6170199"/>
            <a:ext cx="572593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631" name="文本框 6"/>
          <p:cNvSpPr txBox="1"/>
          <p:nvPr/>
        </p:nvSpPr>
        <p:spPr>
          <a:xfrm>
            <a:off x="925715" y="2704639"/>
            <a:ext cx="2647463" cy="1423622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r"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  <a:p>
            <a:pPr algn="r"/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Pick</a:t>
            </a:r>
            <a:endParaRPr/>
          </a:p>
        </p:txBody>
      </p:sp>
      <p:pic>
        <p:nvPicPr>
          <p:cNvPr id="2632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2305506"/>
            <a:ext cx="3318825" cy="921896"/>
          </a:xfrm>
          <a:prstGeom prst="rect">
            <a:avLst/>
          </a:prstGeom>
        </p:spPr>
      </p:pic>
      <p:sp>
        <p:nvSpPr>
          <p:cNvPr id="2633" name="文本框 18"/>
          <p:cNvSpPr txBox="1"/>
          <p:nvPr/>
        </p:nvSpPr>
        <p:spPr>
          <a:xfrm>
            <a:off x="7126421" y="23041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RC6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34" name="文本框 19"/>
          <p:cNvSpPr txBox="1"/>
          <p:nvPr/>
        </p:nvSpPr>
        <p:spPr>
          <a:xfrm>
            <a:off x="4424807" y="3279298"/>
            <a:ext cx="3326434" cy="587981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Kou! - Sanzui [Triple Moist]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AutotelicBrown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635" name="文本框 20"/>
          <p:cNvSpPr txBox="1"/>
          <p:nvPr/>
        </p:nvSpPr>
        <p:spPr>
          <a:xfrm>
            <a:off x="4424807" y="3888956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2:49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200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4.58</a:t>
            </a:r>
            <a:endParaRPr/>
          </a:p>
        </p:txBody>
      </p:sp>
      <p:sp>
        <p:nvSpPr>
          <p:cNvPr id="2636" name="文本框 21"/>
          <p:cNvSpPr txBox="1"/>
          <p:nvPr/>
        </p:nvSpPr>
        <p:spPr>
          <a:xfrm>
            <a:off x="6067329" y="3888956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27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5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2716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2717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2718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2719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2720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2721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2722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2723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2724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25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6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27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8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9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30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31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2732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3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4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35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6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37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8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739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740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2741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&lt;=2,980,123</a:t>
              </a:r>
              <a:endParaRPr/>
            </a:p>
          </p:txBody>
        </p:sp>
        <p:sp>
          <p:nvSpPr>
            <p:cNvPr id="2742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2,988,758</a:t>
              </a:r>
              <a:endParaRPr/>
            </a:p>
          </p:txBody>
        </p:sp>
      </p:grpSp>
      <p:sp>
        <p:nvSpPr>
          <p:cNvPr id="2743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+?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744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2745" name="文本框 26"/>
            <p:cNvSpPr txBox="1"/>
            <p:nvPr/>
          </p:nvSpPr>
          <p:spPr>
            <a:xfrm>
              <a:off x="1738802" y="1734201"/>
              <a:ext cx="25208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990,315*</a:t>
              </a:r>
              <a:endParaRPr/>
            </a:p>
          </p:txBody>
        </p:sp>
        <p:grpSp>
          <p:nvGrpSpPr>
            <p:cNvPr id="2746" name="组合 37"/>
            <p:cNvGrpSpPr/>
            <p:nvPr/>
          </p:nvGrpSpPr>
          <p:grpSpPr>
            <a:xfrm>
              <a:off x="487946" y="1333254"/>
              <a:ext cx="1354642" cy="430887"/>
              <a:chOff x="487946" y="1333254"/>
              <a:chExt cx="1354642" cy="430887"/>
            </a:xfrm>
          </p:grpSpPr>
          <p:sp>
            <p:nvSpPr>
              <p:cNvPr id="2747" name="文本框 16"/>
              <p:cNvSpPr txBox="1"/>
              <p:nvPr/>
            </p:nvSpPr>
            <p:spPr>
              <a:xfrm>
                <a:off x="784285" y="1333254"/>
                <a:ext cx="10583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Debuti</a:t>
                </a:r>
                <a:endParaRPr/>
              </a:p>
            </p:txBody>
          </p:sp>
          <p:sp>
            <p:nvSpPr>
              <p:cNvPr id="2748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2749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2750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2751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996,694</a:t>
              </a:r>
              <a:endParaRPr/>
            </a:p>
          </p:txBody>
        </p:sp>
      </p:grpSp>
      <p:grpSp>
        <p:nvGrpSpPr>
          <p:cNvPr id="2752" name="组合 150"/>
          <p:cNvGrpSpPr/>
          <p:nvPr/>
        </p:nvGrpSpPr>
        <p:grpSpPr>
          <a:xfrm>
            <a:off x="497715" y="2314024"/>
            <a:ext cx="11263199" cy="1010989"/>
            <a:chOff x="497715" y="3058040"/>
            <a:chExt cx="11263199" cy="1010989"/>
          </a:xfrm>
        </p:grpSpPr>
        <p:grpSp>
          <p:nvGrpSpPr>
            <p:cNvPr id="2753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2754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989,808</a:t>
                </a:r>
                <a:endParaRPr/>
              </a:p>
            </p:txBody>
          </p:sp>
          <p:grpSp>
            <p:nvGrpSpPr>
              <p:cNvPr id="2755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2756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/>
                </a:p>
              </p:txBody>
            </p:sp>
            <p:sp>
              <p:nvSpPr>
                <p:cNvPr id="2757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2758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2759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2760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2761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996,169</a:t>
                </a:r>
                <a:endParaRPr/>
              </a:p>
            </p:txBody>
          </p:sp>
        </p:grpSp>
      </p:grpSp>
      <p:grpSp>
        <p:nvGrpSpPr>
          <p:cNvPr id="2762" name="组合 152"/>
          <p:cNvGrpSpPr/>
          <p:nvPr/>
        </p:nvGrpSpPr>
        <p:grpSpPr>
          <a:xfrm>
            <a:off x="487946" y="3388171"/>
            <a:ext cx="11267643" cy="1050400"/>
            <a:chOff x="487946" y="4086751"/>
            <a:chExt cx="11267643" cy="1050400"/>
          </a:xfrm>
        </p:grpSpPr>
        <p:grpSp>
          <p:nvGrpSpPr>
            <p:cNvPr id="2763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2764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???,???</a:t>
                </a:r>
                <a:endParaRPr/>
              </a:p>
            </p:txBody>
          </p:sp>
          <p:grpSp>
            <p:nvGrpSpPr>
              <p:cNvPr id="2765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2766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2767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*</a:t>
                  </a:r>
                  <a:endParaRPr/>
                </a:p>
              </p:txBody>
            </p:sp>
          </p:grpSp>
        </p:grpSp>
        <p:grpSp>
          <p:nvGrpSpPr>
            <p:cNvPr id="2768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2769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2770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2771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995,895</a:t>
                </a:r>
                <a:endParaRPr/>
              </a:p>
            </p:txBody>
          </p:sp>
        </p:grpSp>
      </p:grpSp>
      <p:sp>
        <p:nvSpPr>
          <p:cNvPr id="2772" name="文本框 176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73" name="文本框 177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74" name="文本框 178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75" name="文本框 179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76" name="文本框 180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77" name="文本框 181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78" name="文本框 182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79" name="文本框 183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80" name="文本框 184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81" name="文本框 185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82" name="文本框 186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83" name="文本框 187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84" name="文本框 188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85" name="文本框 189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86" name="文本框 190"/>
          <p:cNvSpPr txBox="1"/>
          <p:nvPr/>
        </p:nvSpPr>
        <p:spPr>
          <a:xfrm>
            <a:off x="841309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87" name="文本框 191"/>
          <p:cNvSpPr txBox="1"/>
          <p:nvPr/>
        </p:nvSpPr>
        <p:spPr>
          <a:xfrm>
            <a:off x="906075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RC6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88" name="矩形 170"/>
          <p:cNvSpPr/>
          <p:nvPr/>
        </p:nvSpPr>
        <p:spPr>
          <a:xfrm>
            <a:off x="9063581" y="6206037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89" name="矩形 171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90" name="矩形 172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91" name="文本框 173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792" name="文本框 174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793" name="文本框 175"/>
          <p:cNvSpPr txBox="1"/>
          <p:nvPr/>
        </p:nvSpPr>
        <p:spPr>
          <a:xfrm>
            <a:off x="9170622" y="6171741"/>
            <a:ext cx="346570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+?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794" name="矩形 162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95" name="文本框 163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796" name="矩形 164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97" name="文本框 165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798" name="矩形 166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99" name="矩形 167"/>
          <p:cNvSpPr/>
          <p:nvPr/>
        </p:nvSpPr>
        <p:spPr>
          <a:xfrm>
            <a:off x="8413694" y="620330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00" name="文本框 168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801" name="文本框 169"/>
          <p:cNvSpPr txBox="1"/>
          <p:nvPr/>
        </p:nvSpPr>
        <p:spPr>
          <a:xfrm>
            <a:off x="8408304" y="6170199"/>
            <a:ext cx="572593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802" name="文本框 2"/>
          <p:cNvSpPr txBox="1"/>
          <p:nvPr/>
        </p:nvSpPr>
        <p:spPr>
          <a:xfrm>
            <a:off x="639298" y="1274734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*Score from livestream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2803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6"/>
          </a:xfrm>
          <a:prstGeom prst="rect">
            <a:avLst/>
          </a:prstGeom>
        </p:spPr>
      </p:pic>
      <p:sp>
        <p:nvSpPr>
          <p:cNvPr id="2804" name="文本框 6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RC6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05" name="文本框 9"/>
          <p:cNvSpPr txBox="1"/>
          <p:nvPr/>
        </p:nvSpPr>
        <p:spPr>
          <a:xfrm>
            <a:off x="4424807" y="2279698"/>
            <a:ext cx="3326434" cy="587981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Kou! - Sanzui [Triple Moist]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AutotelicBrown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806" name="文本框 17"/>
          <p:cNvSpPr txBox="1"/>
          <p:nvPr/>
        </p:nvSpPr>
        <p:spPr>
          <a:xfrm>
            <a:off x="4424807" y="2889356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2:49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200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4.58</a:t>
            </a:r>
            <a:endParaRPr/>
          </a:p>
        </p:txBody>
      </p:sp>
      <p:sp>
        <p:nvSpPr>
          <p:cNvPr id="2807" name="文本框 22"/>
          <p:cNvSpPr txBox="1"/>
          <p:nvPr/>
        </p:nvSpPr>
        <p:spPr>
          <a:xfrm>
            <a:off x="6067329" y="2889356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28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0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2811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2812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2813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2814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2815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2816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2817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2818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2819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20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1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22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3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4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25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826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2827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8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9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30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1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32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3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834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835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2836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&lt;=2,980,123</a:t>
              </a:r>
              <a:endParaRPr/>
            </a:p>
          </p:txBody>
        </p:sp>
        <p:sp>
          <p:nvSpPr>
            <p:cNvPr id="2837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2,988,758</a:t>
              </a:r>
              <a:endParaRPr/>
            </a:p>
          </p:txBody>
        </p:sp>
      </p:grpSp>
      <p:sp>
        <p:nvSpPr>
          <p:cNvPr id="2838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+?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839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2840" name="文本框 26"/>
            <p:cNvSpPr txBox="1"/>
            <p:nvPr/>
          </p:nvSpPr>
          <p:spPr>
            <a:xfrm>
              <a:off x="1738802" y="1734201"/>
              <a:ext cx="25208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990,315*</a:t>
              </a:r>
              <a:endParaRPr/>
            </a:p>
          </p:txBody>
        </p:sp>
        <p:grpSp>
          <p:nvGrpSpPr>
            <p:cNvPr id="2841" name="组合 37"/>
            <p:cNvGrpSpPr/>
            <p:nvPr/>
          </p:nvGrpSpPr>
          <p:grpSpPr>
            <a:xfrm>
              <a:off x="487946" y="1333254"/>
              <a:ext cx="1354642" cy="430887"/>
              <a:chOff x="487946" y="1333254"/>
              <a:chExt cx="1354642" cy="430887"/>
            </a:xfrm>
          </p:grpSpPr>
          <p:sp>
            <p:nvSpPr>
              <p:cNvPr id="2842" name="文本框 16"/>
              <p:cNvSpPr txBox="1"/>
              <p:nvPr/>
            </p:nvSpPr>
            <p:spPr>
              <a:xfrm>
                <a:off x="784285" y="1333254"/>
                <a:ext cx="10583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Debuti</a:t>
                </a:r>
                <a:endParaRPr/>
              </a:p>
            </p:txBody>
          </p:sp>
          <p:sp>
            <p:nvSpPr>
              <p:cNvPr id="2843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2844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2845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2846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996,694</a:t>
              </a:r>
              <a:endParaRPr/>
            </a:p>
          </p:txBody>
        </p:sp>
      </p:grpSp>
      <p:grpSp>
        <p:nvGrpSpPr>
          <p:cNvPr id="2847" name="组合 148"/>
          <p:cNvGrpSpPr/>
          <p:nvPr/>
        </p:nvGrpSpPr>
        <p:grpSpPr>
          <a:xfrm>
            <a:off x="419418" y="1757118"/>
            <a:ext cx="11431462" cy="1344422"/>
            <a:chOff x="419418" y="1757118"/>
            <a:chExt cx="11431462" cy="1344422"/>
          </a:xfrm>
        </p:grpSpPr>
        <p:grpSp>
          <p:nvGrpSpPr>
            <p:cNvPr id="2848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2849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2850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2,452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160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</p:txBody>
          </p:sp>
        </p:grpSp>
        <p:sp>
          <p:nvSpPr>
            <p:cNvPr id="2851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99.86%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chemeClr val="bg1"/>
                  </a:solidFill>
                  <a:latin typeface="Torus Bold" panose="00000800000000000000" pitchFamily="50" charset="0"/>
                </a:rPr>
                <a:t>1,367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52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99.90%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</a:rPr>
                <a:t>2,613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853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2854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2855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2,448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165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2856" name="组合 150"/>
          <p:cNvGrpSpPr/>
          <p:nvPr/>
        </p:nvGrpSpPr>
        <p:grpSpPr>
          <a:xfrm>
            <a:off x="497715" y="3058040"/>
            <a:ext cx="11263199" cy="1010989"/>
            <a:chOff x="497715" y="3058040"/>
            <a:chExt cx="11263199" cy="1010989"/>
          </a:xfrm>
        </p:grpSpPr>
        <p:grpSp>
          <p:nvGrpSpPr>
            <p:cNvPr id="2857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2858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989,808</a:t>
                </a:r>
                <a:endParaRPr/>
              </a:p>
            </p:txBody>
          </p:sp>
          <p:grpSp>
            <p:nvGrpSpPr>
              <p:cNvPr id="2859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2860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/>
                </a:p>
              </p:txBody>
            </p:sp>
            <p:sp>
              <p:nvSpPr>
                <p:cNvPr id="2861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2862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2863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2864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2865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996,169</a:t>
                </a:r>
                <a:endParaRPr/>
              </a:p>
            </p:txBody>
          </p:sp>
        </p:grpSp>
      </p:grpSp>
      <p:grpSp>
        <p:nvGrpSpPr>
          <p:cNvPr id="2866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2867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2868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???,???</a:t>
                </a:r>
                <a:endParaRPr/>
              </a:p>
            </p:txBody>
          </p:sp>
          <p:grpSp>
            <p:nvGrpSpPr>
              <p:cNvPr id="2869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2870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2871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*</a:t>
                  </a:r>
                  <a:endParaRPr/>
                </a:p>
              </p:txBody>
            </p:sp>
          </p:grpSp>
        </p:grpSp>
        <p:grpSp>
          <p:nvGrpSpPr>
            <p:cNvPr id="2872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2873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2874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2875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995,895</a:t>
                </a:r>
                <a:endParaRPr/>
              </a:p>
            </p:txBody>
          </p:sp>
        </p:grpSp>
      </p:grpSp>
      <p:grpSp>
        <p:nvGrpSpPr>
          <p:cNvPr id="2876" name="组合 18"/>
          <p:cNvGrpSpPr/>
          <p:nvPr/>
        </p:nvGrpSpPr>
        <p:grpSpPr>
          <a:xfrm>
            <a:off x="371659" y="1304560"/>
            <a:ext cx="11469907" cy="1796980"/>
            <a:chOff x="371659" y="1304560"/>
            <a:chExt cx="11469907" cy="1796980"/>
          </a:xfrm>
        </p:grpSpPr>
        <p:sp>
          <p:nvSpPr>
            <p:cNvPr id="2877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78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79" name="文本框 2"/>
          <p:cNvSpPr txBox="1"/>
          <p:nvPr/>
        </p:nvSpPr>
        <p:spPr>
          <a:xfrm>
            <a:off x="639298" y="1274734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*Score from livestream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2880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6"/>
          </a:xfrm>
          <a:prstGeom prst="rect">
            <a:avLst/>
          </a:prstGeom>
        </p:spPr>
      </p:pic>
      <p:sp>
        <p:nvSpPr>
          <p:cNvPr id="2881" name="文本框 6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RC6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82" name="文本框 9"/>
          <p:cNvSpPr txBox="1"/>
          <p:nvPr/>
        </p:nvSpPr>
        <p:spPr>
          <a:xfrm>
            <a:off x="4424807" y="2279698"/>
            <a:ext cx="3326434" cy="587981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Kou! - Sanzui [Triple Moist]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AutotelicBrown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883" name="文本框 17"/>
          <p:cNvSpPr txBox="1"/>
          <p:nvPr/>
        </p:nvSpPr>
        <p:spPr>
          <a:xfrm>
            <a:off x="4424807" y="2889356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2:49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200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4.58</a:t>
            </a:r>
            <a:endParaRPr/>
          </a:p>
        </p:txBody>
      </p:sp>
      <p:sp>
        <p:nvSpPr>
          <p:cNvPr id="2884" name="文本框 22"/>
          <p:cNvSpPr txBox="1"/>
          <p:nvPr/>
        </p:nvSpPr>
        <p:spPr>
          <a:xfrm>
            <a:off x="6067329" y="2889356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2885" name="文本框 23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86" name="文本框 29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87" name="文本框 30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88" name="文本框 32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89" name="文本框 39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90" name="文本框 40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91" name="文本框 41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92" name="文本框 42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93" name="文本框 43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94" name="文本框 44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95" name="文本框 45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96" name="文本框 46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97" name="文本框 47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98" name="文本框 48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99" name="文本框 49"/>
          <p:cNvSpPr txBox="1"/>
          <p:nvPr/>
        </p:nvSpPr>
        <p:spPr>
          <a:xfrm>
            <a:off x="841309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900" name="文本框 50"/>
          <p:cNvSpPr txBox="1"/>
          <p:nvPr/>
        </p:nvSpPr>
        <p:spPr>
          <a:xfrm>
            <a:off x="906075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RC6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901" name="矩形 51"/>
          <p:cNvSpPr/>
          <p:nvPr/>
        </p:nvSpPr>
        <p:spPr>
          <a:xfrm>
            <a:off x="9063581" y="6206037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02" name="矩形 52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03" name="矩形 53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04" name="文本框 54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905" name="文本框 55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906" name="文本框 56"/>
          <p:cNvSpPr txBox="1"/>
          <p:nvPr/>
        </p:nvSpPr>
        <p:spPr>
          <a:xfrm>
            <a:off x="9170622" y="6171741"/>
            <a:ext cx="346570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+?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907" name="矩形 57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08" name="文本框 58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909" name="矩形 59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10" name="文本框 60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911" name="矩形 61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12" name="矩形 62"/>
          <p:cNvSpPr/>
          <p:nvPr/>
        </p:nvSpPr>
        <p:spPr>
          <a:xfrm>
            <a:off x="8413694" y="620330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13" name="文本框 63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2914" name="文本框 64"/>
          <p:cNvSpPr txBox="1"/>
          <p:nvPr/>
        </p:nvSpPr>
        <p:spPr>
          <a:xfrm>
            <a:off x="8408304" y="6170199"/>
            <a:ext cx="572593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29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17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2918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2919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2920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2921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2922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2923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2924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2925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2926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27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28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29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0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1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32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933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2934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5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6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37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8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39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0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941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942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2943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&lt;=2,980,123</a:t>
              </a:r>
              <a:endParaRPr/>
            </a:p>
          </p:txBody>
        </p:sp>
        <p:sp>
          <p:nvSpPr>
            <p:cNvPr id="2944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2,988,758</a:t>
              </a:r>
              <a:endParaRPr/>
            </a:p>
          </p:txBody>
        </p:sp>
      </p:grpSp>
      <p:sp>
        <p:nvSpPr>
          <p:cNvPr id="2945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+?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2946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2947" name="文本框 26"/>
            <p:cNvSpPr txBox="1"/>
            <p:nvPr/>
          </p:nvSpPr>
          <p:spPr>
            <a:xfrm>
              <a:off x="1738802" y="1734201"/>
              <a:ext cx="25208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990,315*</a:t>
              </a:r>
              <a:endParaRPr/>
            </a:p>
          </p:txBody>
        </p:sp>
        <p:grpSp>
          <p:nvGrpSpPr>
            <p:cNvPr id="2948" name="组合 37"/>
            <p:cNvGrpSpPr/>
            <p:nvPr/>
          </p:nvGrpSpPr>
          <p:grpSpPr>
            <a:xfrm>
              <a:off x="487946" y="1333254"/>
              <a:ext cx="1354642" cy="430887"/>
              <a:chOff x="487946" y="1333254"/>
              <a:chExt cx="1354642" cy="430887"/>
            </a:xfrm>
          </p:grpSpPr>
          <p:sp>
            <p:nvSpPr>
              <p:cNvPr id="2949" name="文本框 16"/>
              <p:cNvSpPr txBox="1"/>
              <p:nvPr/>
            </p:nvSpPr>
            <p:spPr>
              <a:xfrm>
                <a:off x="784285" y="1333254"/>
                <a:ext cx="10583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Debuti</a:t>
                </a:r>
                <a:endParaRPr/>
              </a:p>
            </p:txBody>
          </p:sp>
          <p:sp>
            <p:nvSpPr>
              <p:cNvPr id="2950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2951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2952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2953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996,694</a:t>
              </a:r>
              <a:endParaRPr/>
            </a:p>
          </p:txBody>
        </p:sp>
      </p:grpSp>
      <p:grpSp>
        <p:nvGrpSpPr>
          <p:cNvPr id="2954" name="组合 148"/>
          <p:cNvGrpSpPr/>
          <p:nvPr/>
        </p:nvGrpSpPr>
        <p:grpSpPr>
          <a:xfrm>
            <a:off x="419418" y="2728328"/>
            <a:ext cx="11431462" cy="1344422"/>
            <a:chOff x="419418" y="1757118"/>
            <a:chExt cx="11431462" cy="1344422"/>
          </a:xfrm>
        </p:grpSpPr>
        <p:grpSp>
          <p:nvGrpSpPr>
            <p:cNvPr id="2955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2956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2957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2,494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117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</a:t>
                </a:r>
                <a:endParaRPr/>
              </a:p>
            </p:txBody>
          </p:sp>
        </p:grpSp>
        <p:sp>
          <p:nvSpPr>
            <p:cNvPr id="2958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99.85%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chemeClr val="bg1"/>
                  </a:solidFill>
                  <a:latin typeface="Torus Bold" panose="00000800000000000000" pitchFamily="50" charset="0"/>
                </a:rPr>
                <a:t>1,646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59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99.88%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</a:rPr>
                <a:t>2,613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960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2961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2962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2,475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137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1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2963" name="组合 150"/>
          <p:cNvGrpSpPr/>
          <p:nvPr/>
        </p:nvGrpSpPr>
        <p:grpSpPr>
          <a:xfrm>
            <a:off x="497715" y="2314024"/>
            <a:ext cx="11263199" cy="1010989"/>
            <a:chOff x="497715" y="3058040"/>
            <a:chExt cx="11263199" cy="1010989"/>
          </a:xfrm>
        </p:grpSpPr>
        <p:grpSp>
          <p:nvGrpSpPr>
            <p:cNvPr id="2964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2965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989,808</a:t>
                </a:r>
                <a:endParaRPr/>
              </a:p>
            </p:txBody>
          </p:sp>
          <p:grpSp>
            <p:nvGrpSpPr>
              <p:cNvPr id="2966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2967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/>
                </a:p>
              </p:txBody>
            </p:sp>
            <p:sp>
              <p:nvSpPr>
                <p:cNvPr id="2968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2969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2970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2971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2972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996,169</a:t>
                </a:r>
                <a:endParaRPr/>
              </a:p>
            </p:txBody>
          </p:sp>
        </p:grpSp>
      </p:grpSp>
      <p:grpSp>
        <p:nvGrpSpPr>
          <p:cNvPr id="2973" name="组合 152"/>
          <p:cNvGrpSpPr/>
          <p:nvPr/>
        </p:nvGrpSpPr>
        <p:grpSpPr>
          <a:xfrm>
            <a:off x="487946" y="4086751"/>
            <a:ext cx="11267643" cy="1050400"/>
            <a:chOff x="487946" y="4086751"/>
            <a:chExt cx="11267643" cy="1050400"/>
          </a:xfrm>
        </p:grpSpPr>
        <p:grpSp>
          <p:nvGrpSpPr>
            <p:cNvPr id="2974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2975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???,???</a:t>
                </a:r>
                <a:endParaRPr/>
              </a:p>
            </p:txBody>
          </p:sp>
          <p:grpSp>
            <p:nvGrpSpPr>
              <p:cNvPr id="2976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2977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2978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*</a:t>
                  </a:r>
                  <a:endParaRPr/>
                </a:p>
              </p:txBody>
            </p:sp>
          </p:grpSp>
        </p:grpSp>
        <p:grpSp>
          <p:nvGrpSpPr>
            <p:cNvPr id="2979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2980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2981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2982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995,895</a:t>
                </a:r>
                <a:endParaRPr/>
              </a:p>
            </p:txBody>
          </p:sp>
        </p:grpSp>
      </p:grpSp>
      <p:grpSp>
        <p:nvGrpSpPr>
          <p:cNvPr id="2983" name="组合 18"/>
          <p:cNvGrpSpPr/>
          <p:nvPr/>
        </p:nvGrpSpPr>
        <p:grpSpPr>
          <a:xfrm>
            <a:off x="371659" y="2304156"/>
            <a:ext cx="11469907" cy="1796980"/>
            <a:chOff x="371659" y="1304560"/>
            <a:chExt cx="11469907" cy="1796980"/>
          </a:xfrm>
        </p:grpSpPr>
        <p:sp>
          <p:nvSpPr>
            <p:cNvPr id="2984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5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86" name="文本框 2"/>
          <p:cNvSpPr txBox="1"/>
          <p:nvPr/>
        </p:nvSpPr>
        <p:spPr>
          <a:xfrm>
            <a:off x="639298" y="1274734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*Score from livestream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2987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6"/>
          </a:xfrm>
          <a:prstGeom prst="rect">
            <a:avLst/>
          </a:prstGeom>
        </p:spPr>
      </p:pic>
      <p:sp>
        <p:nvSpPr>
          <p:cNvPr id="2988" name="文本框 6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RC6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989" name="文本框 9"/>
          <p:cNvSpPr txBox="1"/>
          <p:nvPr/>
        </p:nvSpPr>
        <p:spPr>
          <a:xfrm>
            <a:off x="4424807" y="2279698"/>
            <a:ext cx="3326434" cy="587981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Kou! - Sanzui [Triple Moist]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AutotelicBrown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990" name="文本框 17"/>
          <p:cNvSpPr txBox="1"/>
          <p:nvPr/>
        </p:nvSpPr>
        <p:spPr>
          <a:xfrm>
            <a:off x="4424807" y="2889356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2:49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200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4.58</a:t>
            </a:r>
            <a:endParaRPr/>
          </a:p>
        </p:txBody>
      </p:sp>
      <p:sp>
        <p:nvSpPr>
          <p:cNvPr id="2991" name="文本框 22"/>
          <p:cNvSpPr txBox="1"/>
          <p:nvPr/>
        </p:nvSpPr>
        <p:spPr>
          <a:xfrm>
            <a:off x="6067329" y="2889356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2992" name="文本框 21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993" name="文本框 2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994" name="文本框 29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995" name="文本框 30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996" name="文本框 32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997" name="文本框 34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998" name="文本框 35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999" name="文本框 36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000" name="文本框 38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001" name="文本框 39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002" name="文本框 40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003" name="文本框 41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004" name="文本框 42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005" name="文本框 43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006" name="文本框 44"/>
          <p:cNvSpPr txBox="1"/>
          <p:nvPr/>
        </p:nvSpPr>
        <p:spPr>
          <a:xfrm>
            <a:off x="841309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007" name="文本框 45"/>
          <p:cNvSpPr txBox="1"/>
          <p:nvPr/>
        </p:nvSpPr>
        <p:spPr>
          <a:xfrm>
            <a:off x="906075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RC6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008" name="矩形 46"/>
          <p:cNvSpPr/>
          <p:nvPr/>
        </p:nvSpPr>
        <p:spPr>
          <a:xfrm>
            <a:off x="9063581" y="6206037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09" name="矩形 47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10" name="矩形 48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11" name="文本框 49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012" name="文本框 50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013" name="文本框 51"/>
          <p:cNvSpPr txBox="1"/>
          <p:nvPr/>
        </p:nvSpPr>
        <p:spPr>
          <a:xfrm>
            <a:off x="9170622" y="6171741"/>
            <a:ext cx="346570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+?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014" name="矩形 52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15" name="文本框 53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016" name="矩形 54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17" name="文本框 55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018" name="矩形 56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19" name="矩形 57"/>
          <p:cNvSpPr/>
          <p:nvPr/>
        </p:nvSpPr>
        <p:spPr>
          <a:xfrm>
            <a:off x="8413694" y="620330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20" name="文本框 58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021" name="文本框 59"/>
          <p:cNvSpPr txBox="1"/>
          <p:nvPr/>
        </p:nvSpPr>
        <p:spPr>
          <a:xfrm>
            <a:off x="8408304" y="6170199"/>
            <a:ext cx="572593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30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3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24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3025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3026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3027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3028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3029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3030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3031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3032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3033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34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5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36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7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8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39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040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3041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2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3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44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5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46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7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048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049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3050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&lt;=2,980,123</a:t>
              </a:r>
              <a:endParaRPr/>
            </a:p>
          </p:txBody>
        </p:sp>
        <p:sp>
          <p:nvSpPr>
            <p:cNvPr id="3051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2,988,758</a:t>
              </a:r>
              <a:endParaRPr/>
            </a:p>
          </p:txBody>
        </p:sp>
      </p:grpSp>
      <p:sp>
        <p:nvSpPr>
          <p:cNvPr id="3052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+?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053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3054" name="文本框 26"/>
            <p:cNvSpPr txBox="1"/>
            <p:nvPr/>
          </p:nvSpPr>
          <p:spPr>
            <a:xfrm>
              <a:off x="1738802" y="1734201"/>
              <a:ext cx="25208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990,315*</a:t>
              </a:r>
              <a:endParaRPr/>
            </a:p>
          </p:txBody>
        </p:sp>
        <p:grpSp>
          <p:nvGrpSpPr>
            <p:cNvPr id="3055" name="组合 37"/>
            <p:cNvGrpSpPr/>
            <p:nvPr/>
          </p:nvGrpSpPr>
          <p:grpSpPr>
            <a:xfrm>
              <a:off x="487946" y="1333254"/>
              <a:ext cx="1354642" cy="430887"/>
              <a:chOff x="487946" y="1333254"/>
              <a:chExt cx="1354642" cy="430887"/>
            </a:xfrm>
          </p:grpSpPr>
          <p:sp>
            <p:nvSpPr>
              <p:cNvPr id="3056" name="文本框 16"/>
              <p:cNvSpPr txBox="1"/>
              <p:nvPr/>
            </p:nvSpPr>
            <p:spPr>
              <a:xfrm>
                <a:off x="784285" y="1333254"/>
                <a:ext cx="10583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Debuti</a:t>
                </a:r>
                <a:endParaRPr/>
              </a:p>
            </p:txBody>
          </p:sp>
          <p:sp>
            <p:nvSpPr>
              <p:cNvPr id="3057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3058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3059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3060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996,694</a:t>
              </a:r>
              <a:endParaRPr/>
            </a:p>
          </p:txBody>
        </p:sp>
      </p:grpSp>
      <p:grpSp>
        <p:nvGrpSpPr>
          <p:cNvPr id="3061" name="组合 148"/>
          <p:cNvGrpSpPr/>
          <p:nvPr/>
        </p:nvGrpSpPr>
        <p:grpSpPr>
          <a:xfrm>
            <a:off x="419418" y="3790400"/>
            <a:ext cx="11431462" cy="1344422"/>
            <a:chOff x="419418" y="1757118"/>
            <a:chExt cx="11431462" cy="1344422"/>
          </a:xfrm>
        </p:grpSpPr>
        <p:grpSp>
          <p:nvGrpSpPr>
            <p:cNvPr id="3062" name="组合 27"/>
            <p:cNvGrpSpPr/>
            <p:nvPr/>
          </p:nvGrpSpPr>
          <p:grpSpPr>
            <a:xfrm>
              <a:off x="419418" y="1757118"/>
              <a:ext cx="1214318" cy="1292662"/>
              <a:chOff x="463670" y="2498347"/>
              <a:chExt cx="1214318" cy="1292662"/>
            </a:xfrm>
          </p:grpSpPr>
          <p:sp>
            <p:nvSpPr>
              <p:cNvPr id="3063" name="文本框 24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3064" name="文本框 25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?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?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?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?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?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?</a:t>
                </a:r>
                <a:endParaRPr/>
              </a:p>
            </p:txBody>
          </p:sp>
        </p:grpSp>
        <p:sp>
          <p:nvSpPr>
            <p:cNvPr id="3065" name="文本框 33"/>
            <p:cNvSpPr txBox="1"/>
            <p:nvPr/>
          </p:nvSpPr>
          <p:spPr>
            <a:xfrm>
              <a:off x="1738802" y="2289368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??.??%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chemeClr val="bg1"/>
                  </a:solidFill>
                  <a:latin typeface="Torus Bold" panose="00000800000000000000" pitchFamily="50" charset="0"/>
                </a:rPr>
                <a:t>???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66" name="文本框 130"/>
            <p:cNvSpPr txBox="1"/>
            <p:nvPr/>
          </p:nvSpPr>
          <p:spPr>
            <a:xfrm>
              <a:off x="8127552" y="2279694"/>
              <a:ext cx="2101645" cy="768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ACCURACY </a:t>
              </a:r>
              <a:r>
                <a:rPr lang="en-US" altLang="zh-CN" sz="1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 </a:t>
              </a:r>
              <a:r>
                <a:rPr lang="en-US" altLang="zh-CN" sz="1800" dirty="0">
                  <a:solidFill>
                    <a:schemeClr val="bg1"/>
                  </a:solidFill>
                  <a:latin typeface="Torus Bold" panose="00000800000000000000" pitchFamily="50" charset="0"/>
                </a:rPr>
                <a:t>99.87%</a:t>
              </a:r>
              <a:endParaRPr/>
            </a:p>
            <a:p>
              <a:pPr lvl="0">
                <a:lnSpc>
                  <a:spcPct val="130000"/>
                </a:lnSpc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D9A6BD"/>
                  </a:solidFill>
                  <a:effectLst/>
                  <a:uLnTx/>
                  <a:uFillTx/>
                  <a:latin typeface="Torus" panose="00000500000000000000" pitchFamily="50" charset="0"/>
                  <a:ea typeface="微软雅黑" panose="020B0503020204020204" pitchFamily="34" charset="-122"/>
                  <a:cs typeface="+mn-cs"/>
                </a:rPr>
                <a:t>MAX COMBO  </a:t>
              </a:r>
              <a:r>
                <a:rPr lang="en-US" altLang="zh-CN" dirty="0">
                  <a:solidFill>
                    <a:srgbClr val="00FF00"/>
                  </a:solidFill>
                  <a:latin typeface="Torus Bold" panose="00000800000000000000" pitchFamily="50" charset="0"/>
                </a:rPr>
                <a:t>2,613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Torus Bold" panose="00000800000000000000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3067" name="组合 131"/>
            <p:cNvGrpSpPr/>
            <p:nvPr/>
          </p:nvGrpSpPr>
          <p:grpSpPr>
            <a:xfrm>
              <a:off x="10636562" y="1808878"/>
              <a:ext cx="1214318" cy="1292662"/>
              <a:chOff x="463670" y="2498347"/>
              <a:chExt cx="1214318" cy="1292662"/>
            </a:xfrm>
          </p:grpSpPr>
          <p:sp>
            <p:nvSpPr>
              <p:cNvPr id="3068" name="文本框 132"/>
              <p:cNvSpPr txBox="1"/>
              <p:nvPr/>
            </p:nvSpPr>
            <p:spPr>
              <a:xfrm>
                <a:off x="463670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300G: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300: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200: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100: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50:</a:t>
                </a:r>
                <a:endParaRPr/>
              </a:p>
              <a:p>
                <a:pPr algn="r"/>
                <a:r>
                  <a:rPr lang="en-US" altLang="zh-CN" sz="13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MISS:</a:t>
                </a:r>
                <a:endParaRPr lang="zh-CN" altLang="en-US" sz="1300" dirty="0">
                  <a:solidFill>
                    <a:srgbClr val="D9A6BD"/>
                  </a:solidFill>
                  <a:latin typeface="Torus" panose="00000500000000000000" pitchFamily="50" charset="0"/>
                </a:endParaRPr>
              </a:p>
            </p:txBody>
          </p:sp>
          <p:sp>
            <p:nvSpPr>
              <p:cNvPr id="3069" name="文本框 133"/>
              <p:cNvSpPr txBox="1"/>
              <p:nvPr/>
            </p:nvSpPr>
            <p:spPr>
              <a:xfrm>
                <a:off x="1008183" y="2498347"/>
                <a:ext cx="669805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2,408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205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  <a:p>
                <a:pPr/>
                <a:r>
                  <a:rPr lang="en-US" altLang="zh-CN" sz="1300" dirty="0">
                    <a:solidFill>
                      <a:schemeClr val="bg1"/>
                    </a:solidFill>
                    <a:latin typeface="Torus Bold" panose="00000800000000000000" pitchFamily="50" charset="0"/>
                  </a:rPr>
                  <a:t>0</a:t>
                </a:r>
                <a:endParaRPr/>
              </a:p>
            </p:txBody>
          </p:sp>
        </p:grpSp>
      </p:grpSp>
      <p:grpSp>
        <p:nvGrpSpPr>
          <p:cNvPr id="3070" name="组合 150"/>
          <p:cNvGrpSpPr/>
          <p:nvPr/>
        </p:nvGrpSpPr>
        <p:grpSpPr>
          <a:xfrm>
            <a:off x="497715" y="2314024"/>
            <a:ext cx="11263199" cy="1010989"/>
            <a:chOff x="497715" y="3058040"/>
            <a:chExt cx="11263199" cy="1010989"/>
          </a:xfrm>
        </p:grpSpPr>
        <p:grpSp>
          <p:nvGrpSpPr>
            <p:cNvPr id="3071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3072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989,808</a:t>
                </a:r>
                <a:endParaRPr/>
              </a:p>
            </p:txBody>
          </p:sp>
          <p:grpSp>
            <p:nvGrpSpPr>
              <p:cNvPr id="3073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3074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/>
                </a:p>
              </p:txBody>
            </p:sp>
            <p:sp>
              <p:nvSpPr>
                <p:cNvPr id="3075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3076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3077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3078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3079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996,169</a:t>
                </a:r>
                <a:endParaRPr/>
              </a:p>
            </p:txBody>
          </p:sp>
        </p:grpSp>
      </p:grpSp>
      <p:grpSp>
        <p:nvGrpSpPr>
          <p:cNvPr id="3080" name="组合 152"/>
          <p:cNvGrpSpPr/>
          <p:nvPr/>
        </p:nvGrpSpPr>
        <p:grpSpPr>
          <a:xfrm>
            <a:off x="487946" y="3388171"/>
            <a:ext cx="11267643" cy="1050400"/>
            <a:chOff x="487946" y="4086751"/>
            <a:chExt cx="11267643" cy="1050400"/>
          </a:xfrm>
        </p:grpSpPr>
        <p:grpSp>
          <p:nvGrpSpPr>
            <p:cNvPr id="3081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3082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???,???</a:t>
                </a:r>
                <a:endParaRPr/>
              </a:p>
            </p:txBody>
          </p:sp>
          <p:grpSp>
            <p:nvGrpSpPr>
              <p:cNvPr id="3083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3084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3085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*</a:t>
                  </a:r>
                  <a:endParaRPr/>
                </a:p>
              </p:txBody>
            </p:sp>
          </p:grpSp>
        </p:grpSp>
        <p:grpSp>
          <p:nvGrpSpPr>
            <p:cNvPr id="3086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3087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3088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3089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995,895</a:t>
                </a:r>
                <a:endParaRPr/>
              </a:p>
            </p:txBody>
          </p:sp>
        </p:grpSp>
      </p:grpSp>
      <p:grpSp>
        <p:nvGrpSpPr>
          <p:cNvPr id="3090" name="组合 18"/>
          <p:cNvGrpSpPr/>
          <p:nvPr/>
        </p:nvGrpSpPr>
        <p:grpSpPr>
          <a:xfrm>
            <a:off x="371659" y="3366232"/>
            <a:ext cx="11469907" cy="1796980"/>
            <a:chOff x="371659" y="1304560"/>
            <a:chExt cx="11469907" cy="1796980"/>
          </a:xfrm>
        </p:grpSpPr>
        <p:sp>
          <p:nvSpPr>
            <p:cNvPr id="3091" name="矩形 19"/>
            <p:cNvSpPr/>
            <p:nvPr/>
          </p:nvSpPr>
          <p:spPr>
            <a:xfrm>
              <a:off x="371659" y="1304560"/>
              <a:ext cx="3745513" cy="179698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92" name="矩形 20"/>
            <p:cNvSpPr/>
            <p:nvPr/>
          </p:nvSpPr>
          <p:spPr>
            <a:xfrm>
              <a:off x="8096053" y="1304560"/>
              <a:ext cx="3745513" cy="1796980"/>
            </a:xfrm>
            <a:prstGeom prst="rect">
              <a:avLst/>
            </a:prstGeom>
            <a:noFill/>
            <a:ln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93" name="文本框 2"/>
          <p:cNvSpPr txBox="1"/>
          <p:nvPr/>
        </p:nvSpPr>
        <p:spPr>
          <a:xfrm>
            <a:off x="639298" y="1274734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*Score from livestream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309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6"/>
          </a:xfrm>
          <a:prstGeom prst="rect">
            <a:avLst/>
          </a:prstGeom>
        </p:spPr>
      </p:pic>
      <p:sp>
        <p:nvSpPr>
          <p:cNvPr id="3095" name="文本框 6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RC6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096" name="文本框 9"/>
          <p:cNvSpPr txBox="1"/>
          <p:nvPr/>
        </p:nvSpPr>
        <p:spPr>
          <a:xfrm>
            <a:off x="4424807" y="2279698"/>
            <a:ext cx="3326434" cy="587981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Kou! - Sanzui [Triple Moist]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AutotelicBrown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3097" name="文本框 17"/>
          <p:cNvSpPr txBox="1"/>
          <p:nvPr/>
        </p:nvSpPr>
        <p:spPr>
          <a:xfrm>
            <a:off x="4424807" y="2889356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2:49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200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4.58</a:t>
            </a:r>
            <a:endParaRPr/>
          </a:p>
        </p:txBody>
      </p:sp>
      <p:sp>
        <p:nvSpPr>
          <p:cNvPr id="3098" name="文本框 22"/>
          <p:cNvSpPr txBox="1"/>
          <p:nvPr/>
        </p:nvSpPr>
        <p:spPr>
          <a:xfrm>
            <a:off x="6067329" y="2889356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3099" name="文本框 21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00" name="文本框 2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01" name="文本框 29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02" name="文本框 30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03" name="文本框 32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04" name="文本框 34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05" name="文本框 35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06" name="文本框 36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07" name="文本框 38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08" name="文本框 39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09" name="文本框 40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10" name="文本框 41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11" name="文本框 42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12" name="文本框 43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13" name="文本框 44"/>
          <p:cNvSpPr txBox="1"/>
          <p:nvPr/>
        </p:nvSpPr>
        <p:spPr>
          <a:xfrm>
            <a:off x="841309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14" name="文本框 45"/>
          <p:cNvSpPr txBox="1"/>
          <p:nvPr/>
        </p:nvSpPr>
        <p:spPr>
          <a:xfrm>
            <a:off x="906075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RC6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15" name="矩形 46"/>
          <p:cNvSpPr/>
          <p:nvPr/>
        </p:nvSpPr>
        <p:spPr>
          <a:xfrm>
            <a:off x="9063581" y="6206037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16" name="矩形 47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17" name="矩形 48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18" name="文本框 49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119" name="文本框 50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120" name="文本框 51"/>
          <p:cNvSpPr txBox="1"/>
          <p:nvPr/>
        </p:nvSpPr>
        <p:spPr>
          <a:xfrm>
            <a:off x="9170622" y="6171741"/>
            <a:ext cx="346570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+?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121" name="矩形 52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22" name="文本框 53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123" name="矩形 54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24" name="文本框 55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125" name="矩形 56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26" name="矩形 57"/>
          <p:cNvSpPr/>
          <p:nvPr/>
        </p:nvSpPr>
        <p:spPr>
          <a:xfrm>
            <a:off x="8413694" y="620330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27" name="文本框 58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128" name="文本框 59"/>
          <p:cNvSpPr txBox="1"/>
          <p:nvPr/>
        </p:nvSpPr>
        <p:spPr>
          <a:xfrm>
            <a:off x="8408304" y="6170199"/>
            <a:ext cx="572593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p="http://schemas.openxmlformats.org/presentationml/2006/main" xmlns:r="http://schemas.openxmlformats.org/officeDocument/2006/relationships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3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矩形 1"/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1" name="文本框 4"/>
          <p:cNvSpPr txBox="1"/>
          <p:nvPr/>
        </p:nvSpPr>
        <p:spPr>
          <a:xfrm>
            <a:off x="156210" y="453050"/>
            <a:ext cx="1083367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Vietnam</a:t>
            </a:r>
            <a:endParaRPr/>
          </a:p>
        </p:txBody>
      </p:sp>
      <p:sp>
        <p:nvSpPr>
          <p:cNvPr id="3132" name="文本框 5"/>
          <p:cNvSpPr txBox="1"/>
          <p:nvPr/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#16</a:t>
            </a:r>
            <a:endParaRPr/>
          </a:p>
        </p:txBody>
      </p:sp>
      <p:sp>
        <p:nvSpPr>
          <p:cNvPr id="3133" name="文本框 7"/>
          <p:cNvSpPr txBox="1"/>
          <p:nvPr/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  <a:endParaRPr/>
          </a:p>
        </p:txBody>
      </p:sp>
      <p:sp>
        <p:nvSpPr>
          <p:cNvPr id="3134" name="文本框 8"/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osu!mania 4K World Cup 2026</a:t>
            </a:r>
            <a:endParaRPr/>
          </a:p>
        </p:txBody>
      </p:sp>
      <p:sp>
        <p:nvSpPr>
          <p:cNvPr id="3135" name="文本框 11"/>
          <p:cNvSpPr txBox="1"/>
          <p:nvPr/>
        </p:nvSpPr>
        <p:spPr>
          <a:xfrm>
            <a:off x="10754379" y="463157"/>
            <a:ext cx="1254894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Philippines</a:t>
            </a:r>
            <a:endParaRPr/>
          </a:p>
        </p:txBody>
      </p:sp>
      <p:sp>
        <p:nvSpPr>
          <p:cNvPr id="3136" name="文本框 12"/>
          <p:cNvSpPr txBox="1"/>
          <p:nvPr/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#17</a:t>
            </a:r>
            <a:endParaRPr/>
          </a:p>
        </p:txBody>
      </p:sp>
      <p:sp>
        <p:nvSpPr>
          <p:cNvPr id="3137" name="文本框 13"/>
          <p:cNvSpPr txBox="1"/>
          <p:nvPr/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  <a:endParaRPr/>
          </a:p>
        </p:txBody>
      </p:sp>
      <p:sp>
        <p:nvSpPr>
          <p:cNvPr id="3138" name="文本框 14"/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Round of 32</a:t>
            </a:r>
            <a:endParaRPr/>
          </a:p>
        </p:txBody>
      </p:sp>
      <p:grpSp>
        <p:nvGrpSpPr>
          <p:cNvPr id="3139" name="组合 105"/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3140" name="矩形 98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41" name="矩形 99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2" name="矩形 100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43" name="矩形 101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4" name="矩形 102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5" name="矩形 103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46" name="矩形 104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47" name="组合 106"/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3148" name="矩形 107"/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9" name="矩形 108"/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  <a:alpha val="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0" name="矩形 109"/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51" name="矩形 110"/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2" name="矩形 111"/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53" name="矩形 112"/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4" name="矩形 113"/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155" name="文本框 114"/>
          <p:cNvSpPr txBox="1"/>
          <p:nvPr/>
        </p:nvSpPr>
        <p:spPr>
          <a:xfrm>
            <a:off x="3671298" y="820420"/>
            <a:ext cx="4849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Winners Bracket | Best of 9 | Fri, 21 Aug @08:00(UTC+0)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156" name="组合 28"/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3157" name="文本框 10"/>
            <p:cNvSpPr txBox="1"/>
            <p:nvPr/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&lt;=2,980,123</a:t>
              </a:r>
              <a:endParaRPr/>
            </a:p>
          </p:txBody>
        </p:sp>
        <p:sp>
          <p:nvSpPr>
            <p:cNvPr id="3158" name="文本框 15"/>
            <p:cNvSpPr txBox="1"/>
            <p:nvPr/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2,988,758</a:t>
              </a:r>
              <a:endParaRPr/>
            </a:p>
          </p:txBody>
        </p:sp>
      </p:grpSp>
      <p:sp>
        <p:nvSpPr>
          <p:cNvPr id="3159" name="文本框 125"/>
          <p:cNvSpPr txBox="1"/>
          <p:nvPr/>
        </p:nvSpPr>
        <p:spPr>
          <a:xfrm>
            <a:off x="4316730" y="4403948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+?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3160" name="组合 147"/>
          <p:cNvGrpSpPr/>
          <p:nvPr/>
        </p:nvGrpSpPr>
        <p:grpSpPr>
          <a:xfrm>
            <a:off x="487946" y="1333254"/>
            <a:ext cx="11267643" cy="987992"/>
            <a:chOff x="487946" y="1333254"/>
            <a:chExt cx="11267643" cy="987992"/>
          </a:xfrm>
        </p:grpSpPr>
        <p:sp>
          <p:nvSpPr>
            <p:cNvPr id="3161" name="文本框 26"/>
            <p:cNvSpPr txBox="1"/>
            <p:nvPr/>
          </p:nvSpPr>
          <p:spPr>
            <a:xfrm>
              <a:off x="1738802" y="1734201"/>
              <a:ext cx="25208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990,315*</a:t>
              </a:r>
              <a:endParaRPr/>
            </a:p>
          </p:txBody>
        </p:sp>
        <p:grpSp>
          <p:nvGrpSpPr>
            <p:cNvPr id="3162" name="组合 37"/>
            <p:cNvGrpSpPr/>
            <p:nvPr/>
          </p:nvGrpSpPr>
          <p:grpSpPr>
            <a:xfrm>
              <a:off x="487946" y="1333254"/>
              <a:ext cx="1354642" cy="430887"/>
              <a:chOff x="487946" y="1333254"/>
              <a:chExt cx="1354642" cy="430887"/>
            </a:xfrm>
          </p:grpSpPr>
          <p:sp>
            <p:nvSpPr>
              <p:cNvPr id="3163" name="文本框 16"/>
              <p:cNvSpPr txBox="1"/>
              <p:nvPr/>
            </p:nvSpPr>
            <p:spPr>
              <a:xfrm>
                <a:off x="784285" y="1333254"/>
                <a:ext cx="105830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Debuti</a:t>
                </a:r>
                <a:endParaRPr/>
              </a:p>
            </p:txBody>
          </p:sp>
          <p:sp>
            <p:nvSpPr>
              <p:cNvPr id="3164" name="文本框 31"/>
              <p:cNvSpPr txBox="1"/>
              <p:nvPr/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  <a:endParaRPr/>
              </a:p>
            </p:txBody>
          </p:sp>
        </p:grpSp>
        <p:sp>
          <p:nvSpPr>
            <p:cNvPr id="3165" name="文本框 127"/>
            <p:cNvSpPr txBox="1"/>
            <p:nvPr/>
          </p:nvSpPr>
          <p:spPr>
            <a:xfrm>
              <a:off x="10313100" y="1333254"/>
              <a:ext cx="11368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Naronii</a:t>
              </a:r>
              <a:endParaRPr/>
            </a:p>
          </p:txBody>
        </p:sp>
        <p:sp>
          <p:nvSpPr>
            <p:cNvPr id="3166" name="文本框 128"/>
            <p:cNvSpPr txBox="1"/>
            <p:nvPr/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  <a:endParaRPr/>
            </a:p>
          </p:txBody>
        </p:sp>
        <p:sp>
          <p:nvSpPr>
            <p:cNvPr id="3167" name="文本框 129"/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/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996,694</a:t>
              </a:r>
              <a:endParaRPr/>
            </a:p>
          </p:txBody>
        </p:sp>
      </p:grpSp>
      <p:grpSp>
        <p:nvGrpSpPr>
          <p:cNvPr id="3168" name="组合 150"/>
          <p:cNvGrpSpPr/>
          <p:nvPr/>
        </p:nvGrpSpPr>
        <p:grpSpPr>
          <a:xfrm>
            <a:off x="497715" y="2314024"/>
            <a:ext cx="11263199" cy="1010989"/>
            <a:chOff x="497715" y="3058040"/>
            <a:chExt cx="11263199" cy="1010989"/>
          </a:xfrm>
        </p:grpSpPr>
        <p:grpSp>
          <p:nvGrpSpPr>
            <p:cNvPr id="3169" name="组合 115"/>
            <p:cNvGrpSpPr/>
            <p:nvPr/>
          </p:nvGrpSpPr>
          <p:grpSpPr>
            <a:xfrm>
              <a:off x="497715" y="3082146"/>
              <a:ext cx="3655147" cy="985722"/>
              <a:chOff x="487946" y="1333254"/>
              <a:chExt cx="3655147" cy="985722"/>
            </a:xfrm>
          </p:grpSpPr>
          <p:sp>
            <p:nvSpPr>
              <p:cNvPr id="3170" name="文本框 116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989,808</a:t>
                </a:r>
                <a:endParaRPr/>
              </a:p>
            </p:txBody>
          </p:sp>
          <p:grpSp>
            <p:nvGrpSpPr>
              <p:cNvPr id="3171" name="组合 117"/>
              <p:cNvGrpSpPr/>
              <p:nvPr/>
            </p:nvGrpSpPr>
            <p:grpSpPr>
              <a:xfrm>
                <a:off x="487946" y="1333254"/>
                <a:ext cx="1885236" cy="430887"/>
                <a:chOff x="487946" y="1333254"/>
                <a:chExt cx="1885236" cy="430887"/>
              </a:xfrm>
            </p:grpSpPr>
            <p:sp>
              <p:nvSpPr>
                <p:cNvPr id="3172" name="文本框 118"/>
                <p:cNvSpPr txBox="1"/>
                <p:nvPr/>
              </p:nvSpPr>
              <p:spPr>
                <a:xfrm>
                  <a:off x="784285" y="1333254"/>
                  <a:ext cx="158889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Hawkfrost</a:t>
                  </a:r>
                  <a:endParaRPr/>
                </a:p>
              </p:txBody>
            </p:sp>
            <p:sp>
              <p:nvSpPr>
                <p:cNvPr id="3173" name="文本框 119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2</a:t>
                  </a:r>
                  <a:endParaRPr/>
                </a:p>
              </p:txBody>
            </p:sp>
          </p:grpSp>
        </p:grpSp>
        <p:grpSp>
          <p:nvGrpSpPr>
            <p:cNvPr id="3174" name="组合 149"/>
            <p:cNvGrpSpPr/>
            <p:nvPr/>
          </p:nvGrpSpPr>
          <p:grpSpPr>
            <a:xfrm>
              <a:off x="8126164" y="3058040"/>
              <a:ext cx="3634750" cy="1010989"/>
              <a:chOff x="8126164" y="3058040"/>
              <a:chExt cx="3634750" cy="1010989"/>
            </a:xfrm>
          </p:grpSpPr>
          <p:sp>
            <p:nvSpPr>
              <p:cNvPr id="3175" name="文本框 140"/>
              <p:cNvSpPr txBox="1"/>
              <p:nvPr/>
            </p:nvSpPr>
            <p:spPr>
              <a:xfrm>
                <a:off x="10584472" y="3058040"/>
                <a:ext cx="8563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lyvet</a:t>
                </a:r>
                <a:endParaRPr/>
              </a:p>
            </p:txBody>
          </p:sp>
          <p:sp>
            <p:nvSpPr>
              <p:cNvPr id="3176" name="文本框 141"/>
              <p:cNvSpPr txBox="1"/>
              <p:nvPr/>
            </p:nvSpPr>
            <p:spPr>
              <a:xfrm>
                <a:off x="11449950" y="3150077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  <a:endParaRPr/>
              </a:p>
            </p:txBody>
          </p:sp>
          <p:sp>
            <p:nvSpPr>
              <p:cNvPr id="3177" name="文本框 142"/>
              <p:cNvSpPr txBox="1"/>
              <p:nvPr/>
            </p:nvSpPr>
            <p:spPr>
              <a:xfrm>
                <a:off x="8126164" y="3484254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996,169</a:t>
                </a:r>
                <a:endParaRPr/>
              </a:p>
            </p:txBody>
          </p:sp>
        </p:grpSp>
      </p:grpSp>
      <p:grpSp>
        <p:nvGrpSpPr>
          <p:cNvPr id="3178" name="组合 152"/>
          <p:cNvGrpSpPr/>
          <p:nvPr/>
        </p:nvGrpSpPr>
        <p:grpSpPr>
          <a:xfrm>
            <a:off x="487946" y="3388171"/>
            <a:ext cx="11267643" cy="1050400"/>
            <a:chOff x="487946" y="4086751"/>
            <a:chExt cx="11267643" cy="1050400"/>
          </a:xfrm>
        </p:grpSpPr>
        <p:grpSp>
          <p:nvGrpSpPr>
            <p:cNvPr id="3179" name="组合 120"/>
            <p:cNvGrpSpPr/>
            <p:nvPr/>
          </p:nvGrpSpPr>
          <p:grpSpPr>
            <a:xfrm>
              <a:off x="487946" y="4086751"/>
              <a:ext cx="3655147" cy="985722"/>
              <a:chOff x="487946" y="1333254"/>
              <a:chExt cx="3655147" cy="985722"/>
            </a:xfrm>
          </p:grpSpPr>
          <p:sp>
            <p:nvSpPr>
              <p:cNvPr id="3180" name="文本框 121"/>
              <p:cNvSpPr txBox="1"/>
              <p:nvPr/>
            </p:nvSpPr>
            <p:spPr>
              <a:xfrm>
                <a:off x="1738802" y="1734201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???,???</a:t>
                </a:r>
                <a:endParaRPr/>
              </a:p>
            </p:txBody>
          </p:sp>
          <p:grpSp>
            <p:nvGrpSpPr>
              <p:cNvPr id="3181" name="组合 122"/>
              <p:cNvGrpSpPr/>
              <p:nvPr/>
            </p:nvGrpSpPr>
            <p:grpSpPr>
              <a:xfrm>
                <a:off x="487946" y="1333254"/>
                <a:ext cx="2520025" cy="430887"/>
                <a:chOff x="487946" y="1333254"/>
                <a:chExt cx="2520025" cy="430887"/>
              </a:xfrm>
            </p:grpSpPr>
            <p:sp>
              <p:nvSpPr>
                <p:cNvPr id="3182" name="文本框 123"/>
                <p:cNvSpPr txBox="1"/>
                <p:nvPr/>
              </p:nvSpPr>
              <p:spPr>
                <a:xfrm>
                  <a:off x="784285" y="1333254"/>
                  <a:ext cx="222368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:r>
                    <a:rPr lang="en-US" altLang="zh-CN" sz="2200" dirty="0">
                      <a:solidFill>
                        <a:srgbClr val="FF66AB"/>
                      </a:solidFill>
                      <a:latin typeface="Torus Bold" panose="00000800000000000000" pitchFamily="50" charset="0"/>
                    </a:rPr>
                    <a:t>TriDoanGaming</a:t>
                  </a:r>
                  <a:endParaRPr/>
                </a:p>
              </p:txBody>
            </p:sp>
            <p:sp>
              <p:nvSpPr>
                <p:cNvPr id="3183" name="文本框 124"/>
                <p:cNvSpPr txBox="1"/>
                <p:nvPr/>
              </p:nvSpPr>
              <p:spPr>
                <a:xfrm>
                  <a:off x="487946" y="1405897"/>
                  <a:ext cx="310964" cy="278578"/>
                </a:xfrm>
                <a:prstGeom prst="rect">
                  <a:avLst/>
                </a:prstGeom>
                <a:solidFill>
                  <a:srgbClr val="AB1415"/>
                </a:solidFill>
              </p:spPr>
              <p:txBody>
                <a:bodyPr wrap="square" rtlCol="0" anchor="ctr" anchorCtr="0">
                  <a:noAutofit/>
                </a:bodyPr>
                <a:lstStyle/>
                <a:p>
                  <a:pPr algn="dist"/>
                  <a:r>
                    <a:rPr lang="en-US" altLang="zh-CN" sz="1500" dirty="0">
                      <a:ln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effectLst>
                        <a:glow>
                          <a:schemeClr val="bg1"/>
                        </a:glow>
                      </a:effectLst>
                      <a:latin typeface="Torus" panose="00000500000000000000" charset="0"/>
                      <a:cs typeface="Torus" panose="00000500000000000000" charset="0"/>
                    </a:rPr>
                    <a:t>*</a:t>
                  </a:r>
                  <a:endParaRPr/>
                </a:p>
              </p:txBody>
            </p:sp>
          </p:grpSp>
        </p:grpSp>
        <p:grpSp>
          <p:nvGrpSpPr>
            <p:cNvPr id="3184" name="组合 151"/>
            <p:cNvGrpSpPr/>
            <p:nvPr/>
          </p:nvGrpSpPr>
          <p:grpSpPr>
            <a:xfrm>
              <a:off x="8126164" y="4092028"/>
              <a:ext cx="3629425" cy="1045123"/>
              <a:chOff x="8126164" y="4092028"/>
              <a:chExt cx="3629425" cy="1045123"/>
            </a:xfrm>
          </p:grpSpPr>
          <p:sp>
            <p:nvSpPr>
              <p:cNvPr id="3185" name="文本框 144"/>
              <p:cNvSpPr txBox="1"/>
              <p:nvPr/>
            </p:nvSpPr>
            <p:spPr>
              <a:xfrm>
                <a:off x="10224935" y="4092028"/>
                <a:ext cx="122501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2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Unitori-</a:t>
                </a:r>
                <a:endParaRPr/>
              </a:p>
            </p:txBody>
          </p:sp>
          <p:sp>
            <p:nvSpPr>
              <p:cNvPr id="3186" name="文本框 145"/>
              <p:cNvSpPr txBox="1"/>
              <p:nvPr/>
            </p:nvSpPr>
            <p:spPr>
              <a:xfrm>
                <a:off x="11444625" y="4160288"/>
                <a:ext cx="310964" cy="278578"/>
              </a:xfrm>
              <a:prstGeom prst="rect">
                <a:avLst/>
              </a:prstGeom>
              <a:solidFill>
                <a:srgbClr val="0F62A8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  <a:endParaRPr/>
              </a:p>
            </p:txBody>
          </p:sp>
          <p:sp>
            <p:nvSpPr>
              <p:cNvPr id="3187" name="文本框 146"/>
              <p:cNvSpPr txBox="1"/>
              <p:nvPr/>
            </p:nvSpPr>
            <p:spPr>
              <a:xfrm>
                <a:off x="8126164" y="4552376"/>
                <a:ext cx="240429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altLang="zh-CN" sz="1200" dirty="0">
                    <a:solidFill>
                      <a:srgbClr val="D9A6BD"/>
                    </a:solidFill>
                    <a:latin typeface="Torus" panose="00000500000000000000" pitchFamily="50" charset="0"/>
                  </a:rPr>
                  <a:t>SCORE </a:t>
                </a:r>
                <a:r>
                  <a:rPr lang="en-US" altLang="zh-CN" dirty="0">
                    <a:solidFill>
                      <a:schemeClr val="bg1"/>
                    </a:solidFill>
                    <a:latin typeface="Torus" panose="00000500000000000000" pitchFamily="50" charset="0"/>
                  </a:rPr>
                  <a:t> </a:t>
                </a:r>
                <a:r>
                  <a:rPr lang="en-US" altLang="zh-CN" sz="3200" dirty="0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995,895</a:t>
                </a:r>
                <a:endParaRPr/>
              </a:p>
            </p:txBody>
          </p:sp>
        </p:grpSp>
      </p:grpSp>
      <p:sp>
        <p:nvSpPr>
          <p:cNvPr id="3188" name="文本框 2"/>
          <p:cNvSpPr txBox="1"/>
          <p:nvPr/>
        </p:nvSpPr>
        <p:spPr>
          <a:xfrm>
            <a:off x="639298" y="1274734"/>
            <a:ext cx="350379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*Score from livestream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3189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/>
            </a:extLst>
          </a:blip>
          <a:srcRect/>
          <a:stretch/>
        </p:blipFill>
        <p:spPr>
          <a:xfrm>
            <a:off x="4428611" y="1305906"/>
            <a:ext cx="3318825" cy="921896"/>
          </a:xfrm>
          <a:prstGeom prst="rect">
            <a:avLst/>
          </a:prstGeom>
        </p:spPr>
      </p:pic>
      <p:sp>
        <p:nvSpPr>
          <p:cNvPr id="3190" name="文本框 6"/>
          <p:cNvSpPr txBox="1"/>
          <p:nvPr/>
        </p:nvSpPr>
        <p:spPr>
          <a:xfrm>
            <a:off x="7126421" y="1304560"/>
            <a:ext cx="62482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RC6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91" name="文本框 9"/>
          <p:cNvSpPr txBox="1"/>
          <p:nvPr/>
        </p:nvSpPr>
        <p:spPr>
          <a:xfrm>
            <a:off x="4424807" y="2279698"/>
            <a:ext cx="3326434" cy="587981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pPr/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Kou! - Sanzui [Triple Moist]</a:t>
            </a:r>
            <a:endParaRPr/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AutotelicBrown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3192" name="文本框 17"/>
          <p:cNvSpPr txBox="1"/>
          <p:nvPr/>
        </p:nvSpPr>
        <p:spPr>
          <a:xfrm>
            <a:off x="4424807" y="2889356"/>
            <a:ext cx="17636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2:49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BPM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200</a:t>
            </a:r>
            <a:endParaRPr/>
          </a:p>
          <a:p>
            <a:pPr/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4.58</a:t>
            </a:r>
            <a:endParaRPr/>
          </a:p>
        </p:txBody>
      </p:sp>
      <p:sp>
        <p:nvSpPr>
          <p:cNvPr id="3193" name="文本框 22"/>
          <p:cNvSpPr txBox="1"/>
          <p:nvPr/>
        </p:nvSpPr>
        <p:spPr>
          <a:xfrm>
            <a:off x="6067329" y="2889356"/>
            <a:ext cx="168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Notes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LNs</a:t>
            </a:r>
            <a:endParaRPr/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2,613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endParaRPr/>
          </a:p>
        </p:txBody>
      </p:sp>
      <p:sp>
        <p:nvSpPr>
          <p:cNvPr id="3194" name="文本框 21"/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95" name="文本框 23"/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77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96" name="文本框 29"/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50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97" name="文本框 30"/>
          <p:cNvSpPr txBox="1"/>
          <p:nvPr/>
        </p:nvSpPr>
        <p:spPr>
          <a:xfrm>
            <a:off x="320290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Protect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98" name="文本框 32"/>
          <p:cNvSpPr txBox="1"/>
          <p:nvPr/>
        </p:nvSpPr>
        <p:spPr>
          <a:xfrm>
            <a:off x="3202907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199" name="文本框 34"/>
          <p:cNvSpPr txBox="1"/>
          <p:nvPr/>
        </p:nvSpPr>
        <p:spPr>
          <a:xfrm>
            <a:off x="3541172" y="626407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200" name="文本框 35"/>
          <p:cNvSpPr txBox="1"/>
          <p:nvPr/>
        </p:nvSpPr>
        <p:spPr>
          <a:xfrm>
            <a:off x="4188837" y="5866293"/>
            <a:ext cx="91426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201" name="文本框 36"/>
          <p:cNvSpPr txBox="1"/>
          <p:nvPr/>
        </p:nvSpPr>
        <p:spPr>
          <a:xfrm>
            <a:off x="4527102" y="5468512"/>
            <a:ext cx="576000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202" name="文本框 38"/>
          <p:cNvSpPr txBox="1"/>
          <p:nvPr/>
        </p:nvSpPr>
        <p:spPr>
          <a:xfrm>
            <a:off x="4188837" y="6268094"/>
            <a:ext cx="576000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203" name="文本框 39"/>
          <p:cNvSpPr txBox="1"/>
          <p:nvPr/>
        </p:nvSpPr>
        <p:spPr>
          <a:xfrm>
            <a:off x="517476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204" name="文本框 40"/>
          <p:cNvSpPr txBox="1"/>
          <p:nvPr/>
        </p:nvSpPr>
        <p:spPr>
          <a:xfrm>
            <a:off x="582243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LN3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205" name="文本框 41"/>
          <p:cNvSpPr txBox="1"/>
          <p:nvPr/>
        </p:nvSpPr>
        <p:spPr>
          <a:xfrm>
            <a:off x="647009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206" name="文本框 42"/>
          <p:cNvSpPr txBox="1"/>
          <p:nvPr/>
        </p:nvSpPr>
        <p:spPr>
          <a:xfrm>
            <a:off x="711776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207" name="文本框 43"/>
          <p:cNvSpPr txBox="1"/>
          <p:nvPr/>
        </p:nvSpPr>
        <p:spPr>
          <a:xfrm>
            <a:off x="776542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RC4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208" name="文本框 44"/>
          <p:cNvSpPr txBox="1"/>
          <p:nvPr/>
        </p:nvSpPr>
        <p:spPr>
          <a:xfrm>
            <a:off x="8413092" y="5866293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HB2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209" name="文本框 45"/>
          <p:cNvSpPr txBox="1"/>
          <p:nvPr/>
        </p:nvSpPr>
        <p:spPr>
          <a:xfrm>
            <a:off x="9060757" y="5866293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RC6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3210" name="矩形 46"/>
          <p:cNvSpPr/>
          <p:nvPr/>
        </p:nvSpPr>
        <p:spPr>
          <a:xfrm>
            <a:off x="9063581" y="6206037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11" name="矩形 47"/>
          <p:cNvSpPr/>
          <p:nvPr/>
        </p:nvSpPr>
        <p:spPr>
          <a:xfrm>
            <a:off x="5822808" y="6197352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12" name="矩形 48"/>
          <p:cNvSpPr/>
          <p:nvPr/>
        </p:nvSpPr>
        <p:spPr>
          <a:xfrm>
            <a:off x="5176672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13" name="文本框 49"/>
          <p:cNvSpPr txBox="1"/>
          <p:nvPr/>
        </p:nvSpPr>
        <p:spPr>
          <a:xfrm>
            <a:off x="5120264" y="5598927"/>
            <a:ext cx="69121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+12,356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214" name="文本框 50"/>
          <p:cNvSpPr txBox="1"/>
          <p:nvPr/>
        </p:nvSpPr>
        <p:spPr>
          <a:xfrm>
            <a:off x="5804092" y="6190316"/>
            <a:ext cx="583814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+2,142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215" name="文本框 51"/>
          <p:cNvSpPr txBox="1"/>
          <p:nvPr/>
        </p:nvSpPr>
        <p:spPr>
          <a:xfrm>
            <a:off x="9170622" y="6171741"/>
            <a:ext cx="346570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+?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216" name="矩形 52"/>
          <p:cNvSpPr/>
          <p:nvPr/>
        </p:nvSpPr>
        <p:spPr>
          <a:xfrm>
            <a:off x="7120554" y="5468512"/>
            <a:ext cx="572161" cy="399791"/>
          </a:xfrm>
          <a:prstGeom prst="rect">
            <a:avLst/>
          </a:prstGeom>
          <a:gradFill>
            <a:gsLst>
              <a:gs pos="0">
                <a:srgbClr val="AB1415"/>
              </a:gs>
              <a:gs pos="100000">
                <a:srgbClr val="38373C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17" name="文本框 53"/>
          <p:cNvSpPr txBox="1"/>
          <p:nvPr/>
        </p:nvSpPr>
        <p:spPr>
          <a:xfrm>
            <a:off x="7081932" y="5598927"/>
            <a:ext cx="64152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+2,658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218" name="矩形 54"/>
          <p:cNvSpPr/>
          <p:nvPr/>
        </p:nvSpPr>
        <p:spPr>
          <a:xfrm>
            <a:off x="6470473" y="6199626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19" name="文本框 55"/>
          <p:cNvSpPr txBox="1"/>
          <p:nvPr/>
        </p:nvSpPr>
        <p:spPr>
          <a:xfrm>
            <a:off x="6440537" y="6192590"/>
            <a:ext cx="60625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+3,967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220" name="矩形 56"/>
          <p:cNvSpPr/>
          <p:nvPr/>
        </p:nvSpPr>
        <p:spPr>
          <a:xfrm>
            <a:off x="7762648" y="620449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21" name="矩形 57"/>
          <p:cNvSpPr/>
          <p:nvPr/>
        </p:nvSpPr>
        <p:spPr>
          <a:xfrm>
            <a:off x="8413694" y="6203305"/>
            <a:ext cx="572161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22" name="文本框 58"/>
          <p:cNvSpPr txBox="1"/>
          <p:nvPr/>
        </p:nvSpPr>
        <p:spPr>
          <a:xfrm>
            <a:off x="7718206" y="6170199"/>
            <a:ext cx="649537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+16,199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3223" name="文本框 59"/>
          <p:cNvSpPr txBox="1"/>
          <p:nvPr/>
        </p:nvSpPr>
        <p:spPr>
          <a:xfrm>
            <a:off x="8408304" y="6170199"/>
            <a:ext cx="572593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orus" panose="00000500000000000000" pitchFamily="50" charset="0"/>
              </a:rPr>
              <a:t>+1,765</a:t>
            </a:r>
            <a:endParaRPr lang="zh-CN" altLang="en-US" sz="11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p="http://schemas.openxmlformats.org/presentationml/2006/main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3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文本框 1"/>
          <p:cNvSpPr txBox="1"/>
          <p:nvPr/>
        </p:nvSpPr>
        <p:spPr>
          <a:xfrm>
            <a:off x="6752929" y="1840159"/>
            <a:ext cx="29787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en-US" altLang="zh-CN" sz="6000" dirty="0">
                <a:solidFill>
                  <a:schemeClr val="bg1"/>
                </a:solidFill>
                <a:latin typeface="Torus Bold" panose="00000800000000000000" pitchFamily="50" charset="0"/>
              </a:rPr>
              <a:t>WINNER</a:t>
            </a:r>
            <a:endParaRPr lang="zh-CN" altLang="en-US" sz="60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grpSp>
        <p:nvGrpSpPr>
          <p:cNvPr id="3226" name="组合 2"/>
          <p:cNvGrpSpPr/>
          <p:nvPr/>
        </p:nvGrpSpPr>
        <p:grpSpPr>
          <a:xfrm>
            <a:off x="6869685" y="2928600"/>
            <a:ext cx="2861945" cy="1725930"/>
            <a:chOff x="3859" y="5376"/>
            <a:chExt cx="4507" cy="2718"/>
          </a:xfrm>
        </p:grpSpPr>
        <p:sp>
          <p:nvSpPr>
            <p:cNvPr id="3227" name="文本框 3"/>
            <p:cNvSpPr txBox="1"/>
            <p:nvPr/>
          </p:nvSpPr>
          <p:spPr>
            <a:xfrm>
              <a:off x="3859" y="6153"/>
              <a:ext cx="4507" cy="101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4000" dirty="0">
                  <a:ln w="15875">
                    <a:solidFill>
                      <a:schemeClr val="tx1"/>
                    </a:solidFill>
                  </a:ln>
                  <a:effectLst>
                    <a:glow>
                      <a:srgbClr val="38373C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Philippines</a:t>
              </a:r>
              <a:endParaRPr/>
            </a:p>
          </p:txBody>
        </p:sp>
        <p:sp>
          <p:nvSpPr>
            <p:cNvPr id="3228" name="文本框 4"/>
            <p:cNvSpPr txBox="1"/>
            <p:nvPr/>
          </p:nvSpPr>
          <p:spPr>
            <a:xfrm>
              <a:off x="3859" y="7361"/>
              <a:ext cx="1340" cy="7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b" anchorCtr="0">
              <a:noAutofit/>
            </a:bodyPr>
            <a:lstStyle/>
            <a:p>
              <a:pPr algn="l"/>
              <a:r>
                <a:rPr lang="en-US" altLang="zh-CN" sz="2800" dirty="0">
                  <a:ln w="12700">
                    <a:solidFill>
                      <a:schemeClr val="tx1"/>
                    </a:solidFill>
                  </a:ln>
                  <a:effectLst>
                    <a:glow>
                      <a:srgbClr val="38373C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#17</a:t>
              </a:r>
              <a:endParaRPr/>
            </a:p>
          </p:txBody>
        </p:sp>
        <p:sp>
          <p:nvSpPr>
            <p:cNvPr id="3229" name="文本框 5"/>
            <p:cNvSpPr txBox="1"/>
            <p:nvPr/>
          </p:nvSpPr>
          <p:spPr>
            <a:xfrm>
              <a:off x="3859" y="5376"/>
              <a:ext cx="2632" cy="649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3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TEAM BLUE </a:t>
              </a:r>
              <a:endParaRPr/>
            </a:p>
          </p:txBody>
        </p:sp>
      </p:grpSp>
      <p:sp>
        <p:nvSpPr>
          <p:cNvPr id="3230" name="文本框 6"/>
          <p:cNvSpPr txBox="1"/>
          <p:nvPr/>
        </p:nvSpPr>
        <p:spPr>
          <a:xfrm>
            <a:off x="2392368" y="2542687"/>
            <a:ext cx="233108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en-US" altLang="zh-CN" sz="8000" dirty="0">
                <a:solidFill>
                  <a:schemeClr val="bg1"/>
                </a:solidFill>
                <a:latin typeface="Torus Bold" panose="00000800000000000000" pitchFamily="50" charset="0"/>
              </a:rPr>
              <a:t>2 - 5</a:t>
            </a:r>
            <a:endParaRPr lang="zh-CN" altLang="en-US" sz="80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p="http://schemas.openxmlformats.org/presentationml/2006/main" xmlns:p159="http://schemas.microsoft.com/office/powerpoint/2015/09/main" xmlns:a="http://schemas.openxmlformats.org/drawingml/2006/main" xmlns:mc="http://schemas.openxmlformats.org/markup-compatibility/2006" mc:Ignorable="p159">
  <p:cSld>
    <p:bg>
      <p:bgPr>
        <a:solidFill>
          <a:srgbClr val="38373C"/>
        </a:solidFill>
        <a:effectLst/>
      </p:bgPr>
    </p:bg>
    <p:spTree>
      <p:nvGrpSpPr>
        <p:cNvPr id="3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Requires="p159">
      <p:transition spd="slow" advTm="4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2026-08-22T03:10:36Z</dcterms:created>
  <dcterms:modified xsi:type="dcterms:W3CDTF">2026-08-22T03:10:36Z</dcterms:modified>
</cp:coreProperties>
</file>